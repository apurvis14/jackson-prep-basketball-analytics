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58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EF4B5-E97F-C06F-C57B-8B2F0315C6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17028C-A394-FE99-5070-18EC6B58B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43DD4-2633-ADA9-AD9D-94440547D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6E37B-9BAA-70E0-6034-A772E88BA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09EFA-0A02-7A38-F3DF-21EA50501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46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B0DD0-27E0-DDBD-722E-31DB85CF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19BEF-111C-6C78-71AA-F0A54CE02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15B8F-5F51-55AD-ABA1-C0A584F95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41FC1-C46B-4440-E405-F6D68302F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7EDD2-5533-2222-CDC6-F5791044B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4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60249-6BC5-DC0D-F2FB-0D1B2B151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FF7880-C1C8-87BB-169D-C346579158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E5E7E-7D91-D596-E383-DB7E588C3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D51AE-F1A2-4FCA-579F-2C38F0A96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FED14-1A12-F430-D562-57C68E1F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980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31BC3-08CA-75F3-1A06-9962954B3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A4C73-8450-665B-F53B-9CB58D2BB4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B071A-D87B-1148-4CAF-86A8D66788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94C195-C059-C9A0-D173-BBE66E421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9B404-9089-A8C5-4DE9-A3EF7087F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3C9FF-69A0-FC81-4578-2E5AB9C23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749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7FE34-2DCE-4770-A9B6-254BBE5C7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4277B-C36F-1E11-5816-34F60244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396FE-0E43-D291-D6D4-E3F180A8D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E91129-53E1-CD8A-0251-C7197E6E3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2004E3-93C4-7DB5-22FE-21CAA85E5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0C5E17-2666-7525-47B0-8436EBAA1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55AA3D-BBB6-FFEB-6553-71C9423E2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B3F775-D3CA-0B95-1643-8E41E5464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60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F43F5-DCDC-B42E-7779-1CD1086B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9A2869-355F-166B-7376-DE124EDB0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F3906-3BDA-FAD8-9F25-4A704F763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9BCE8-BB44-BC4C-D491-C6C1B1270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505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4A8111-6065-EC34-E75A-F20A4EE35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2E5A9E-41E5-558E-104C-3A10E4C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64024-747F-B5CC-18DD-1047D1D56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923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981E4-9295-9DEC-81F1-3365CC17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3C81A-541A-215F-AA57-52C6E856B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103D7-4F9C-B67E-990D-0ACE84F6E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5C0E89-76D0-0EA8-A42C-93629FF9E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32168D-1152-EFE0-BD2B-66FEE82E3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0C23F-3C73-54F4-003B-B63337CEB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278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DF55-4A6C-BA46-24B2-42BC1F4B9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BA587C-7F96-FFB3-B59E-FE80F36760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36F454-0A5F-5B22-0E09-8B6B65E15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FCC159-4662-9EB9-E73E-EA9BE4879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8B4D7-94AB-5888-DB2E-3F3ADE333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B9A90-1687-497E-A8CD-DDE3C50F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16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833DD-CEB8-587F-F766-FD974F932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2A7A30-8240-41C6-3C14-3038B57C6C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E061F-6C31-BB27-A4A2-4D676D477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45E5F-E6FD-3C1B-BFEE-B04EF5BA5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FC360-8D55-65D0-5472-6034F61AF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28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9F562-1EDE-46FF-3965-22CCCD3577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38D6F-D546-16A5-5383-94663A5631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149AD-CD10-B9C5-1B72-508084105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14968-CF49-6574-6188-6AC1A2FB8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585A1-C59E-A65D-A05B-8ECAFB4D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933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5A8652-6D5E-D4D2-DAAF-CE588B180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53184D-A3B3-23F1-B8DF-711268F3E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9DCBF-B85F-F4E6-B17F-53E581850A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627E5-A2B7-46E2-9ED9-D6965D2A0CE5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9A4D6-C22E-4CBE-FB0F-9083F3673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E58FB-A946-F7C7-4FDA-AFFE1729A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8391B5-B3F1-455C-B3D6-4FE4CE1401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024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7236C28-4F08-AC54-6AF2-7D4988D743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000">
                <a:solidFill>
                  <a:schemeClr val="bg1"/>
                </a:solidFill>
              </a:rPr>
              <a:t>Jackson Prep Mid Season Analytics Report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E3C95E-89E0-4990-1E01-B83E87697F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chemeClr val="bg1"/>
                </a:solidFill>
              </a:rPr>
              <a:t>Director of Basketball Analytics – Andrew Purvis</a:t>
            </a:r>
          </a:p>
        </p:txBody>
      </p:sp>
    </p:spTree>
    <p:extLst>
      <p:ext uri="{BB962C8B-B14F-4D97-AF65-F5344CB8AC3E}">
        <p14:creationId xmlns:p14="http://schemas.microsoft.com/office/powerpoint/2010/main" val="3470798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1"/>
            <a:ext cx="12191990" cy="16886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BBC534-401E-7EEC-B20C-149A828F9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Report Overview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2154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82D1159-7E07-C79F-A259-8BEB5EB401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852811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55558" y="2269512"/>
          <a:ext cx="9889790" cy="389113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927649">
                  <a:extLst>
                    <a:ext uri="{9D8B030D-6E8A-4147-A177-3AD203B41FA5}">
                      <a16:colId xmlns:a16="http://schemas.microsoft.com/office/drawing/2014/main" val="1756828221"/>
                    </a:ext>
                  </a:extLst>
                </a:gridCol>
                <a:gridCol w="7962141">
                  <a:extLst>
                    <a:ext uri="{9D8B030D-6E8A-4147-A177-3AD203B41FA5}">
                      <a16:colId xmlns:a16="http://schemas.microsoft.com/office/drawing/2014/main" val="665095641"/>
                    </a:ext>
                  </a:extLst>
                </a:gridCol>
              </a:tblGrid>
              <a:tr h="778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 b="1" cap="none" spc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>
                          <a:solidFill>
                            <a:schemeClr val="tx1"/>
                          </a:solidFill>
                        </a:rPr>
                        <a:t>Weekly Breakdown of Team Stats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034232"/>
                  </a:ext>
                </a:extLst>
              </a:tr>
              <a:tr h="778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 b="1" cap="none" spc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>
                          <a:solidFill>
                            <a:schemeClr val="tx1"/>
                          </a:solidFill>
                        </a:rPr>
                        <a:t>Add a topic for the presentation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430907"/>
                  </a:ext>
                </a:extLst>
              </a:tr>
              <a:tr h="778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 b="1" cap="none" spc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>
                          <a:solidFill>
                            <a:schemeClr val="tx1"/>
                          </a:solidFill>
                        </a:rPr>
                        <a:t>Add a topic for the presentation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425272"/>
                  </a:ext>
                </a:extLst>
              </a:tr>
              <a:tr h="778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 b="1" cap="none" spc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>
                          <a:solidFill>
                            <a:schemeClr val="tx1"/>
                          </a:solidFill>
                        </a:rPr>
                        <a:t>Add a topic for the presentation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713511"/>
                  </a:ext>
                </a:extLst>
              </a:tr>
              <a:tr h="778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100" b="1" cap="none" spc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900" b="0" cap="none" spc="0">
                          <a:solidFill>
                            <a:schemeClr val="tx1"/>
                          </a:solidFill>
                        </a:rPr>
                        <a:t>Add a topic for the presentation</a:t>
                      </a:r>
                    </a:p>
                  </a:txBody>
                  <a:tcPr marL="133665" marR="133665" marT="133665" marB="1336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487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8177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8F8B83-0B0F-BF71-C3D1-C2F84E909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Weekly Breakdown – Team Shooting %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77F12-0178-E490-2343-8381AA93D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174180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DA1A32"/>
      </a:dk1>
      <a:lt1>
        <a:srgbClr val="FFFFFF"/>
      </a:lt1>
      <a:dk2>
        <a:srgbClr val="0033A0"/>
      </a:dk2>
      <a:lt2>
        <a:srgbClr val="E8E8E8"/>
      </a:lt2>
      <a:accent1>
        <a:srgbClr val="DA1A32"/>
      </a:accent1>
      <a:accent2>
        <a:srgbClr val="C2D3EB"/>
      </a:accent2>
      <a:accent3>
        <a:srgbClr val="E8E8E8"/>
      </a:accent3>
      <a:accent4>
        <a:srgbClr val="98B7DD"/>
      </a:accent4>
      <a:accent5>
        <a:srgbClr val="AF8520"/>
      </a:accent5>
      <a:accent6>
        <a:srgbClr val="00205C"/>
      </a:accent6>
      <a:hlink>
        <a:srgbClr val="98B7DD"/>
      </a:hlink>
      <a:folHlink>
        <a:srgbClr val="AF852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55</Words>
  <Application>Microsoft Office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Jackson Prep Mid Season Analytics Report</vt:lpstr>
      <vt:lpstr>Report Overview</vt:lpstr>
      <vt:lpstr>Weekly Breakdown – Team Shooting %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Purvis</dc:creator>
  <cp:lastModifiedBy>Andrew Purvis</cp:lastModifiedBy>
  <cp:revision>1</cp:revision>
  <dcterms:created xsi:type="dcterms:W3CDTF">2025-12-12T21:14:04Z</dcterms:created>
  <dcterms:modified xsi:type="dcterms:W3CDTF">2025-12-12T21:22:10Z</dcterms:modified>
</cp:coreProperties>
</file>