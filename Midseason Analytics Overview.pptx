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59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dre\OneDrive%20-%20Mississippi%20State%20University\Documents\Jackson%20Prep%20Basketball%20Analytics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dre\OneDrive%20-%20Mississippi%20State%20University\Documents\Jackson%20Prep%20Basketball%20Analytics\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dre\OneDrive%20-%20Mississippi%20State%20University\Documents\Jackson%20Prep%20Basketball%20Analytics\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Around the Rim % by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Game Rim %</c:v>
          </c:tx>
          <c:spPr>
            <a:ln w="31750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Sheet1!$C$3:$C$9</c:f>
              <c:numCache>
                <c:formatCode>General</c:formatCode>
                <c:ptCount val="7"/>
                <c:pt idx="0">
                  <c:v>15.4</c:v>
                </c:pt>
                <c:pt idx="1">
                  <c:v>62.7</c:v>
                </c:pt>
                <c:pt idx="2">
                  <c:v>64.900000000000006</c:v>
                </c:pt>
                <c:pt idx="3">
                  <c:v>45.9</c:v>
                </c:pt>
                <c:pt idx="4">
                  <c:v>53.8</c:v>
                </c:pt>
                <c:pt idx="5">
                  <c:v>56.8</c:v>
                </c:pt>
                <c:pt idx="6">
                  <c:v>67.5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EF-41E8-B49C-6EC36CCA16C6}"/>
            </c:ext>
          </c:extLst>
        </c:ser>
        <c:ser>
          <c:idx val="1"/>
          <c:order val="1"/>
          <c:tx>
            <c:v>Practice Rim %</c:v>
          </c:tx>
          <c:spPr>
            <a:ln w="317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Sheet1!$D$3:$D$9</c:f>
              <c:numCache>
                <c:formatCode>General</c:formatCode>
                <c:ptCount val="7"/>
                <c:pt idx="0">
                  <c:v>66.7</c:v>
                </c:pt>
                <c:pt idx="1">
                  <c:v>49.2</c:v>
                </c:pt>
                <c:pt idx="2">
                  <c:v>60</c:v>
                </c:pt>
                <c:pt idx="3">
                  <c:v>76.900000000000006</c:v>
                </c:pt>
                <c:pt idx="4">
                  <c:v>56.5</c:v>
                </c:pt>
                <c:pt idx="5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EF-41E8-B49C-6EC36CCA16C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30072783"/>
        <c:axId val="1677679951"/>
      </c:lineChart>
      <c:catAx>
        <c:axId val="1930072783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679951"/>
        <c:crosses val="autoZero"/>
        <c:auto val="1"/>
        <c:lblAlgn val="ctr"/>
        <c:lblOffset val="100"/>
        <c:noMultiLvlLbl val="0"/>
      </c:catAx>
      <c:valAx>
        <c:axId val="1677679951"/>
        <c:scaling>
          <c:orientation val="minMax"/>
          <c:max val="80"/>
          <c:min val="1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72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Midrange % by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Game Midrange %</c:v>
          </c:tx>
          <c:spPr>
            <a:ln w="31750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Sheet1!$G$3:$G$9</c:f>
              <c:numCache>
                <c:formatCode>General</c:formatCode>
                <c:ptCount val="7"/>
                <c:pt idx="0">
                  <c:v>0</c:v>
                </c:pt>
                <c:pt idx="1">
                  <c:v>45.5</c:v>
                </c:pt>
                <c:pt idx="2">
                  <c:v>28.6</c:v>
                </c:pt>
                <c:pt idx="3">
                  <c:v>17.399999999999999</c:v>
                </c:pt>
                <c:pt idx="4">
                  <c:v>30.8</c:v>
                </c:pt>
                <c:pt idx="5">
                  <c:v>26.7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E0-4C45-AD29-7603B18FF622}"/>
            </c:ext>
          </c:extLst>
        </c:ser>
        <c:ser>
          <c:idx val="1"/>
          <c:order val="1"/>
          <c:tx>
            <c:v>Practice Midrange %</c:v>
          </c:tx>
          <c:spPr>
            <a:ln w="317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Sheet1!$H$3:$H$9</c:f>
              <c:numCache>
                <c:formatCode>General</c:formatCode>
                <c:ptCount val="7"/>
                <c:pt idx="0">
                  <c:v>44.4</c:v>
                </c:pt>
                <c:pt idx="1">
                  <c:v>54.5</c:v>
                </c:pt>
                <c:pt idx="2">
                  <c:v>57.1</c:v>
                </c:pt>
                <c:pt idx="3">
                  <c:v>25</c:v>
                </c:pt>
                <c:pt idx="4">
                  <c:v>54.5</c:v>
                </c:pt>
                <c:pt idx="5">
                  <c:v>55.6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E0-4C45-AD29-7603B18FF62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30072783"/>
        <c:axId val="1677679951"/>
      </c:lineChart>
      <c:catAx>
        <c:axId val="1930072783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679951"/>
        <c:crosses val="autoZero"/>
        <c:auto val="1"/>
        <c:lblAlgn val="ctr"/>
        <c:lblOffset val="100"/>
        <c:noMultiLvlLbl val="0"/>
      </c:catAx>
      <c:valAx>
        <c:axId val="1677679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72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3PT % by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Game 3PT%</c:v>
          </c:tx>
          <c:spPr>
            <a:ln w="31750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Sheet1!$L$3:$L$9</c:f>
              <c:numCache>
                <c:formatCode>0.00%</c:formatCode>
                <c:ptCount val="7"/>
                <c:pt idx="0">
                  <c:v>0.35499999999999998</c:v>
                </c:pt>
                <c:pt idx="1">
                  <c:v>0.246</c:v>
                </c:pt>
                <c:pt idx="2">
                  <c:v>0.22700000000000001</c:v>
                </c:pt>
                <c:pt idx="3">
                  <c:v>0.30199999999999999</c:v>
                </c:pt>
                <c:pt idx="4">
                  <c:v>0.215</c:v>
                </c:pt>
                <c:pt idx="5">
                  <c:v>0.28599999999999998</c:v>
                </c:pt>
                <c:pt idx="6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5C-4A3B-9CE3-47222E525090}"/>
            </c:ext>
          </c:extLst>
        </c:ser>
        <c:ser>
          <c:idx val="1"/>
          <c:order val="1"/>
          <c:tx>
            <c:v>Practice 3PT%</c:v>
          </c:tx>
          <c:spPr>
            <a:ln w="317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Sheet1!$K$3:$K$9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cat>
          <c:val>
            <c:numRef>
              <c:f>Sheet1!$M$3:$M$9</c:f>
              <c:numCache>
                <c:formatCode>0.00%</c:formatCode>
                <c:ptCount val="7"/>
                <c:pt idx="0">
                  <c:v>0.27100000000000002</c:v>
                </c:pt>
                <c:pt idx="1">
                  <c:v>0.314</c:v>
                </c:pt>
                <c:pt idx="2">
                  <c:v>0.33300000000000002</c:v>
                </c:pt>
                <c:pt idx="3">
                  <c:v>0.44</c:v>
                </c:pt>
                <c:pt idx="4">
                  <c:v>0.26200000000000001</c:v>
                </c:pt>
                <c:pt idx="5">
                  <c:v>0.20699999999999999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5C-4A3B-9CE3-47222E52509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30072783"/>
        <c:axId val="1677679951"/>
      </c:lineChart>
      <c:catAx>
        <c:axId val="1930072783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679951"/>
        <c:crosses val="autoZero"/>
        <c:auto val="1"/>
        <c:lblAlgn val="ctr"/>
        <c:lblOffset val="100"/>
        <c:noMultiLvlLbl val="0"/>
      </c:catAx>
      <c:valAx>
        <c:axId val="1677679951"/>
        <c:scaling>
          <c:orientation val="minMax"/>
          <c:max val="0.45"/>
          <c:min val="0.15000000000000002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072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06E235-2441-44DD-A856-B4AE21C940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DFDCF8-3DDA-49FE-96D4-1423ADD07B08}">
      <dgm:prSet/>
      <dgm:spPr/>
      <dgm:t>
        <a:bodyPr/>
        <a:lstStyle/>
        <a:p>
          <a:r>
            <a:rPr lang="en-US" b="1"/>
            <a:t>Close to the Basket (Layups)</a:t>
          </a:r>
          <a:endParaRPr lang="en-US"/>
        </a:p>
      </dgm:t>
    </dgm:pt>
    <dgm:pt modelId="{1C1D95D9-4FED-416B-88DB-03E12919A398}" type="parTrans" cxnId="{6F0113DC-665D-4D6E-86EF-79E58FC1F83C}">
      <dgm:prSet/>
      <dgm:spPr/>
      <dgm:t>
        <a:bodyPr/>
        <a:lstStyle/>
        <a:p>
          <a:endParaRPr lang="en-US"/>
        </a:p>
      </dgm:t>
    </dgm:pt>
    <dgm:pt modelId="{4D002E8A-1374-4F98-8CAB-AC5640DD2D60}" type="sibTrans" cxnId="{6F0113DC-665D-4D6E-86EF-79E58FC1F83C}">
      <dgm:prSet/>
      <dgm:spPr/>
      <dgm:t>
        <a:bodyPr/>
        <a:lstStyle/>
        <a:p>
          <a:endParaRPr lang="en-US"/>
        </a:p>
      </dgm:t>
    </dgm:pt>
    <dgm:pt modelId="{23F7A712-AB17-40DF-9799-A804836A3F03}">
      <dgm:prSet/>
      <dgm:spPr/>
      <dgm:t>
        <a:bodyPr/>
        <a:lstStyle/>
        <a:p>
          <a:r>
            <a:rPr lang="en-US"/>
            <a:t>Total FG% = 55.5%</a:t>
          </a:r>
        </a:p>
      </dgm:t>
    </dgm:pt>
    <dgm:pt modelId="{584D2D44-3E71-459A-A635-0DEF7FF4D4D9}" type="parTrans" cxnId="{C16E7568-F54B-492B-9618-089B24994ED3}">
      <dgm:prSet/>
      <dgm:spPr/>
      <dgm:t>
        <a:bodyPr/>
        <a:lstStyle/>
        <a:p>
          <a:endParaRPr lang="en-US"/>
        </a:p>
      </dgm:t>
    </dgm:pt>
    <dgm:pt modelId="{F57DACD4-EB2D-4B4E-A325-F7A475AEA2A0}" type="sibTrans" cxnId="{C16E7568-F54B-492B-9618-089B24994ED3}">
      <dgm:prSet/>
      <dgm:spPr/>
      <dgm:t>
        <a:bodyPr/>
        <a:lstStyle/>
        <a:p>
          <a:endParaRPr lang="en-US"/>
        </a:p>
      </dgm:t>
    </dgm:pt>
    <dgm:pt modelId="{7C1138A6-956F-4DA0-B242-CBD00DCA9475}">
      <dgm:prSet/>
      <dgm:spPr/>
      <dgm:t>
        <a:bodyPr/>
        <a:lstStyle/>
        <a:p>
          <a:r>
            <a:rPr lang="en-US"/>
            <a:t>Right Side = 59.2%</a:t>
          </a:r>
        </a:p>
      </dgm:t>
    </dgm:pt>
    <dgm:pt modelId="{4BCFC27E-B3A2-4037-9381-C32782ED673F}" type="parTrans" cxnId="{990CCFC5-DD54-4C1C-8413-087BF45CA1FF}">
      <dgm:prSet/>
      <dgm:spPr/>
      <dgm:t>
        <a:bodyPr/>
        <a:lstStyle/>
        <a:p>
          <a:endParaRPr lang="en-US"/>
        </a:p>
      </dgm:t>
    </dgm:pt>
    <dgm:pt modelId="{A8CC9413-1A9F-40D6-928E-8D97B85D6108}" type="sibTrans" cxnId="{990CCFC5-DD54-4C1C-8413-087BF45CA1FF}">
      <dgm:prSet/>
      <dgm:spPr/>
      <dgm:t>
        <a:bodyPr/>
        <a:lstStyle/>
        <a:p>
          <a:endParaRPr lang="en-US"/>
        </a:p>
      </dgm:t>
    </dgm:pt>
    <dgm:pt modelId="{EE16B9D4-FA8C-4E0F-BD2D-DE5A2FCF4316}">
      <dgm:prSet/>
      <dgm:spPr/>
      <dgm:t>
        <a:bodyPr/>
        <a:lstStyle/>
        <a:p>
          <a:r>
            <a:rPr lang="en-US"/>
            <a:t>Left Side = 51.4%</a:t>
          </a:r>
        </a:p>
      </dgm:t>
    </dgm:pt>
    <dgm:pt modelId="{1B140721-53D2-4B33-9F7A-4D684B3BE037}" type="parTrans" cxnId="{3332156B-5FE5-40E0-B05E-A09BA7112FDB}">
      <dgm:prSet/>
      <dgm:spPr/>
      <dgm:t>
        <a:bodyPr/>
        <a:lstStyle/>
        <a:p>
          <a:endParaRPr lang="en-US"/>
        </a:p>
      </dgm:t>
    </dgm:pt>
    <dgm:pt modelId="{5F36D64E-F65F-4EAD-885E-07E87C632833}" type="sibTrans" cxnId="{3332156B-5FE5-40E0-B05E-A09BA7112FDB}">
      <dgm:prSet/>
      <dgm:spPr/>
      <dgm:t>
        <a:bodyPr/>
        <a:lstStyle/>
        <a:p>
          <a:endParaRPr lang="en-US"/>
        </a:p>
      </dgm:t>
    </dgm:pt>
    <dgm:pt modelId="{8872FAC5-B67C-46D8-B2D2-1ACE474AD9B4}">
      <dgm:prSet/>
      <dgm:spPr/>
      <dgm:t>
        <a:bodyPr/>
        <a:lstStyle/>
        <a:p>
          <a:r>
            <a:rPr lang="en-US"/>
            <a:t>Goal % = 60%</a:t>
          </a:r>
        </a:p>
      </dgm:t>
    </dgm:pt>
    <dgm:pt modelId="{9AD5B513-304F-4C0E-AF40-F95BA5F7CB72}" type="parTrans" cxnId="{F4D06568-AC9C-4612-8DD3-EBC761CC1522}">
      <dgm:prSet/>
      <dgm:spPr/>
      <dgm:t>
        <a:bodyPr/>
        <a:lstStyle/>
        <a:p>
          <a:endParaRPr lang="en-US"/>
        </a:p>
      </dgm:t>
    </dgm:pt>
    <dgm:pt modelId="{DE74EF28-76DB-490F-AC81-19623EA3B7E4}" type="sibTrans" cxnId="{F4D06568-AC9C-4612-8DD3-EBC761CC1522}">
      <dgm:prSet/>
      <dgm:spPr/>
      <dgm:t>
        <a:bodyPr/>
        <a:lstStyle/>
        <a:p>
          <a:endParaRPr lang="en-US"/>
        </a:p>
      </dgm:t>
    </dgm:pt>
    <dgm:pt modelId="{6DB52AEF-E7D6-42EE-8F91-4979980BFB11}">
      <dgm:prSet/>
      <dgm:spPr/>
      <dgm:t>
        <a:bodyPr/>
        <a:lstStyle/>
        <a:p>
          <a:r>
            <a:rPr lang="en-US" b="1"/>
            <a:t>Midrange</a:t>
          </a:r>
          <a:endParaRPr lang="en-US"/>
        </a:p>
      </dgm:t>
    </dgm:pt>
    <dgm:pt modelId="{9697FF8F-B289-431E-884D-4B8B8F4C4016}" type="parTrans" cxnId="{A5DC76C2-84A6-4DD5-8E85-EC0B23600E8E}">
      <dgm:prSet/>
      <dgm:spPr/>
      <dgm:t>
        <a:bodyPr/>
        <a:lstStyle/>
        <a:p>
          <a:endParaRPr lang="en-US"/>
        </a:p>
      </dgm:t>
    </dgm:pt>
    <dgm:pt modelId="{030EB700-A604-4BE4-9038-163B68DA5D87}" type="sibTrans" cxnId="{A5DC76C2-84A6-4DD5-8E85-EC0B23600E8E}">
      <dgm:prSet/>
      <dgm:spPr/>
      <dgm:t>
        <a:bodyPr/>
        <a:lstStyle/>
        <a:p>
          <a:endParaRPr lang="en-US"/>
        </a:p>
      </dgm:t>
    </dgm:pt>
    <dgm:pt modelId="{96DAD1D0-9379-4CF7-9493-AD839EB910EF}">
      <dgm:prSet/>
      <dgm:spPr/>
      <dgm:t>
        <a:bodyPr/>
        <a:lstStyle/>
        <a:p>
          <a:r>
            <a:rPr lang="en-US" dirty="0"/>
            <a:t>Total FG% = 25%</a:t>
          </a:r>
        </a:p>
      </dgm:t>
    </dgm:pt>
    <dgm:pt modelId="{AA9C5A08-BC90-48AC-9DE3-C3E6116F3784}" type="parTrans" cxnId="{84491CA9-2A4E-41F7-86B8-FBC5DCF71B67}">
      <dgm:prSet/>
      <dgm:spPr/>
      <dgm:t>
        <a:bodyPr/>
        <a:lstStyle/>
        <a:p>
          <a:endParaRPr lang="en-US"/>
        </a:p>
      </dgm:t>
    </dgm:pt>
    <dgm:pt modelId="{4D329AD7-D675-4B9B-9E97-AFBCC426669D}" type="sibTrans" cxnId="{84491CA9-2A4E-41F7-86B8-FBC5DCF71B67}">
      <dgm:prSet/>
      <dgm:spPr/>
      <dgm:t>
        <a:bodyPr/>
        <a:lstStyle/>
        <a:p>
          <a:endParaRPr lang="en-US"/>
        </a:p>
      </dgm:t>
    </dgm:pt>
    <dgm:pt modelId="{B039790D-B318-4753-B04D-68F51FA37975}">
      <dgm:prSet/>
      <dgm:spPr/>
      <dgm:t>
        <a:bodyPr/>
        <a:lstStyle/>
        <a:p>
          <a:r>
            <a:rPr lang="en-US"/>
            <a:t>Outside Paint = 12.8%</a:t>
          </a:r>
        </a:p>
      </dgm:t>
    </dgm:pt>
    <dgm:pt modelId="{3939EBDC-19D4-4D6B-9FB5-299AB86B090B}" type="parTrans" cxnId="{A34D61BB-8356-4B45-A5E8-379E56296251}">
      <dgm:prSet/>
      <dgm:spPr/>
      <dgm:t>
        <a:bodyPr/>
        <a:lstStyle/>
        <a:p>
          <a:endParaRPr lang="en-US"/>
        </a:p>
      </dgm:t>
    </dgm:pt>
    <dgm:pt modelId="{F3A252D2-3B46-4D17-A3D7-6039077531AE}" type="sibTrans" cxnId="{A34D61BB-8356-4B45-A5E8-379E56296251}">
      <dgm:prSet/>
      <dgm:spPr/>
      <dgm:t>
        <a:bodyPr/>
        <a:lstStyle/>
        <a:p>
          <a:endParaRPr lang="en-US"/>
        </a:p>
      </dgm:t>
    </dgm:pt>
    <dgm:pt modelId="{D3A4499E-8FDF-4EEC-92A6-2361E7FBDC55}">
      <dgm:prSet/>
      <dgm:spPr/>
      <dgm:t>
        <a:bodyPr/>
        <a:lstStyle/>
        <a:p>
          <a:r>
            <a:rPr lang="en-US" dirty="0"/>
            <a:t>Paint Midrange = 39.4%</a:t>
          </a:r>
        </a:p>
      </dgm:t>
    </dgm:pt>
    <dgm:pt modelId="{27EF0EF4-D933-4DBE-B4DF-4D6261E506D5}" type="parTrans" cxnId="{00C6C69E-4771-4F04-B4F5-DF1C115B862A}">
      <dgm:prSet/>
      <dgm:spPr/>
      <dgm:t>
        <a:bodyPr/>
        <a:lstStyle/>
        <a:p>
          <a:endParaRPr lang="en-US"/>
        </a:p>
      </dgm:t>
    </dgm:pt>
    <dgm:pt modelId="{35DC14B5-B399-41D1-8219-E30D54222A8E}" type="sibTrans" cxnId="{00C6C69E-4771-4F04-B4F5-DF1C115B862A}">
      <dgm:prSet/>
      <dgm:spPr/>
      <dgm:t>
        <a:bodyPr/>
        <a:lstStyle/>
        <a:p>
          <a:endParaRPr lang="en-US"/>
        </a:p>
      </dgm:t>
    </dgm:pt>
    <dgm:pt modelId="{087273BE-C543-46C3-94CA-0288ABA4AE41}">
      <dgm:prSet/>
      <dgm:spPr/>
      <dgm:t>
        <a:bodyPr/>
        <a:lstStyle/>
        <a:p>
          <a:r>
            <a:rPr lang="en-US" b="1" dirty="0"/>
            <a:t>3PTs</a:t>
          </a:r>
          <a:endParaRPr lang="en-US" dirty="0"/>
        </a:p>
      </dgm:t>
    </dgm:pt>
    <dgm:pt modelId="{50E28308-01C1-436C-BAB8-5B4D86CB936D}" type="parTrans" cxnId="{4FF3B9FC-C951-4F4A-A035-963BF8FE9140}">
      <dgm:prSet/>
      <dgm:spPr/>
      <dgm:t>
        <a:bodyPr/>
        <a:lstStyle/>
        <a:p>
          <a:endParaRPr lang="en-US"/>
        </a:p>
      </dgm:t>
    </dgm:pt>
    <dgm:pt modelId="{81A0111D-23D2-469F-A113-6F4FEE177BF1}" type="sibTrans" cxnId="{4FF3B9FC-C951-4F4A-A035-963BF8FE9140}">
      <dgm:prSet/>
      <dgm:spPr/>
      <dgm:t>
        <a:bodyPr/>
        <a:lstStyle/>
        <a:p>
          <a:endParaRPr lang="en-US"/>
        </a:p>
      </dgm:t>
    </dgm:pt>
    <dgm:pt modelId="{3305E6AA-EE62-4BF6-B09E-64C6EF65725A}">
      <dgm:prSet/>
      <dgm:spPr/>
      <dgm:t>
        <a:bodyPr/>
        <a:lstStyle/>
        <a:p>
          <a:r>
            <a:rPr lang="en-US" dirty="0"/>
            <a:t>Total FG% = 26.7%</a:t>
          </a:r>
        </a:p>
      </dgm:t>
    </dgm:pt>
    <dgm:pt modelId="{BB0AC03C-442A-4434-BC12-21B44BCB87AC}" type="parTrans" cxnId="{D3190385-7B01-4A33-A2B4-FC2A4C71198D}">
      <dgm:prSet/>
      <dgm:spPr/>
      <dgm:t>
        <a:bodyPr/>
        <a:lstStyle/>
        <a:p>
          <a:endParaRPr lang="en-US"/>
        </a:p>
      </dgm:t>
    </dgm:pt>
    <dgm:pt modelId="{2569C737-8153-4936-B00C-D198732C9778}" type="sibTrans" cxnId="{D3190385-7B01-4A33-A2B4-FC2A4C71198D}">
      <dgm:prSet/>
      <dgm:spPr/>
      <dgm:t>
        <a:bodyPr/>
        <a:lstStyle/>
        <a:p>
          <a:endParaRPr lang="en-US"/>
        </a:p>
      </dgm:t>
    </dgm:pt>
    <dgm:pt modelId="{DC2FBAB3-CC3F-42DD-A339-6EBFD248AA5A}">
      <dgm:prSet/>
      <dgm:spPr/>
      <dgm:t>
        <a:bodyPr/>
        <a:lstStyle/>
        <a:p>
          <a:r>
            <a:rPr lang="en-US" dirty="0"/>
            <a:t>Goal % = 40%</a:t>
          </a:r>
        </a:p>
      </dgm:t>
    </dgm:pt>
    <dgm:pt modelId="{8AFAD4F4-2D08-406D-B5E5-67BEEDF9507F}" type="parTrans" cxnId="{05EA6CC2-5922-4081-A6FC-D68DBA4CE079}">
      <dgm:prSet/>
      <dgm:spPr/>
      <dgm:t>
        <a:bodyPr/>
        <a:lstStyle/>
        <a:p>
          <a:endParaRPr lang="en-US"/>
        </a:p>
      </dgm:t>
    </dgm:pt>
    <dgm:pt modelId="{F87B7BE6-B71A-4EEE-8E81-01A65E43690D}" type="sibTrans" cxnId="{05EA6CC2-5922-4081-A6FC-D68DBA4CE079}">
      <dgm:prSet/>
      <dgm:spPr/>
      <dgm:t>
        <a:bodyPr/>
        <a:lstStyle/>
        <a:p>
          <a:endParaRPr lang="en-US"/>
        </a:p>
      </dgm:t>
    </dgm:pt>
    <dgm:pt modelId="{B8EBA04E-F5C0-4612-A0DD-5028D797A00C}">
      <dgm:prSet/>
      <dgm:spPr/>
      <dgm:t>
        <a:bodyPr/>
        <a:lstStyle/>
        <a:p>
          <a:r>
            <a:rPr lang="en-US" dirty="0"/>
            <a:t>Goal FG% = 33%</a:t>
          </a:r>
        </a:p>
      </dgm:t>
    </dgm:pt>
    <dgm:pt modelId="{DA11DD66-B9D3-4451-B00B-6792DF9496BE}" type="parTrans" cxnId="{3556DF0E-A0F0-43FA-BAD6-45774D89A385}">
      <dgm:prSet/>
      <dgm:spPr/>
      <dgm:t>
        <a:bodyPr/>
        <a:lstStyle/>
        <a:p>
          <a:endParaRPr lang="en-US"/>
        </a:p>
      </dgm:t>
    </dgm:pt>
    <dgm:pt modelId="{22590680-65E8-4E59-8346-034DFC9A978C}" type="sibTrans" cxnId="{3556DF0E-A0F0-43FA-BAD6-45774D89A385}">
      <dgm:prSet/>
      <dgm:spPr/>
      <dgm:t>
        <a:bodyPr/>
        <a:lstStyle/>
        <a:p>
          <a:endParaRPr lang="en-US"/>
        </a:p>
      </dgm:t>
    </dgm:pt>
    <dgm:pt modelId="{A002337A-5C2E-429D-B2CD-5609ED147E68}">
      <dgm:prSet/>
      <dgm:spPr/>
      <dgm:t>
        <a:bodyPr/>
        <a:lstStyle/>
        <a:p>
          <a:r>
            <a:rPr lang="en-US" dirty="0"/>
            <a:t>Top Key % = 25.4%</a:t>
          </a:r>
        </a:p>
      </dgm:t>
    </dgm:pt>
    <dgm:pt modelId="{29EDF766-20E5-4FCA-B9DC-7E753E527374}" type="parTrans" cxnId="{BDCF736D-DEDB-479E-8562-57C98F5C3F2D}">
      <dgm:prSet/>
      <dgm:spPr/>
      <dgm:t>
        <a:bodyPr/>
        <a:lstStyle/>
        <a:p>
          <a:endParaRPr lang="en-US"/>
        </a:p>
      </dgm:t>
    </dgm:pt>
    <dgm:pt modelId="{AAB93F2F-6309-4186-925D-CBB963B055E4}" type="sibTrans" cxnId="{BDCF736D-DEDB-479E-8562-57C98F5C3F2D}">
      <dgm:prSet/>
      <dgm:spPr/>
      <dgm:t>
        <a:bodyPr/>
        <a:lstStyle/>
        <a:p>
          <a:endParaRPr lang="en-US"/>
        </a:p>
      </dgm:t>
    </dgm:pt>
    <dgm:pt modelId="{37B670CD-34DC-4FBD-BDA6-7AD272C861EB}">
      <dgm:prSet/>
      <dgm:spPr/>
      <dgm:t>
        <a:bodyPr/>
        <a:lstStyle/>
        <a:p>
          <a:r>
            <a:rPr lang="en-US" dirty="0"/>
            <a:t>Wing % = 30.1%</a:t>
          </a:r>
        </a:p>
      </dgm:t>
    </dgm:pt>
    <dgm:pt modelId="{D9907C62-B667-4A5E-887F-D86FFB3DE1EF}" type="parTrans" cxnId="{9F7C5E66-6B57-43F6-B270-6B6AAA60E8CE}">
      <dgm:prSet/>
      <dgm:spPr/>
      <dgm:t>
        <a:bodyPr/>
        <a:lstStyle/>
        <a:p>
          <a:endParaRPr lang="en-US"/>
        </a:p>
      </dgm:t>
    </dgm:pt>
    <dgm:pt modelId="{FD7F919E-7C59-4C38-B88D-740F570DD259}" type="sibTrans" cxnId="{9F7C5E66-6B57-43F6-B270-6B6AAA60E8CE}">
      <dgm:prSet/>
      <dgm:spPr/>
      <dgm:t>
        <a:bodyPr/>
        <a:lstStyle/>
        <a:p>
          <a:endParaRPr lang="en-US"/>
        </a:p>
      </dgm:t>
    </dgm:pt>
    <dgm:pt modelId="{14B91AB3-ECA1-4AE3-AF1B-B8A8AA0D601A}">
      <dgm:prSet/>
      <dgm:spPr/>
      <dgm:t>
        <a:bodyPr/>
        <a:lstStyle/>
        <a:p>
          <a:r>
            <a:rPr lang="en-US" dirty="0"/>
            <a:t>Corner % = 22.6%</a:t>
          </a:r>
        </a:p>
      </dgm:t>
    </dgm:pt>
    <dgm:pt modelId="{B0E3B27B-39E7-4A4A-BC62-5CD824F5771B}" type="parTrans" cxnId="{A71165FC-E5C3-477C-BB37-B5DF06595BCE}">
      <dgm:prSet/>
      <dgm:spPr/>
      <dgm:t>
        <a:bodyPr/>
        <a:lstStyle/>
        <a:p>
          <a:endParaRPr lang="en-US"/>
        </a:p>
      </dgm:t>
    </dgm:pt>
    <dgm:pt modelId="{26970FA8-F9DB-40A2-9E80-EAA04022D19F}" type="sibTrans" cxnId="{A71165FC-E5C3-477C-BB37-B5DF06595BCE}">
      <dgm:prSet/>
      <dgm:spPr/>
      <dgm:t>
        <a:bodyPr/>
        <a:lstStyle/>
        <a:p>
          <a:endParaRPr lang="en-US"/>
        </a:p>
      </dgm:t>
    </dgm:pt>
    <dgm:pt modelId="{22AD9251-2A84-4870-A950-9488173865A3}" type="pres">
      <dgm:prSet presAssocID="{2F06E235-2441-44DD-A856-B4AE21C940FD}" presName="linear" presStyleCnt="0">
        <dgm:presLayoutVars>
          <dgm:animLvl val="lvl"/>
          <dgm:resizeHandles val="exact"/>
        </dgm:presLayoutVars>
      </dgm:prSet>
      <dgm:spPr/>
    </dgm:pt>
    <dgm:pt modelId="{BD00B3A1-DF3B-4F5B-8ACB-A6CD887D60B2}" type="pres">
      <dgm:prSet presAssocID="{20DFDCF8-3DDA-49FE-96D4-1423ADD07B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E75C31-E91A-4596-9D7D-E8220A4190D7}" type="pres">
      <dgm:prSet presAssocID="{20DFDCF8-3DDA-49FE-96D4-1423ADD07B08}" presName="childText" presStyleLbl="revTx" presStyleIdx="0" presStyleCnt="3">
        <dgm:presLayoutVars>
          <dgm:bulletEnabled val="1"/>
        </dgm:presLayoutVars>
      </dgm:prSet>
      <dgm:spPr/>
    </dgm:pt>
    <dgm:pt modelId="{85A9B63E-B106-47EF-BAAF-CE1F8B037B90}" type="pres">
      <dgm:prSet presAssocID="{6DB52AEF-E7D6-42EE-8F91-4979980BFB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D44EBD-A0C3-4E41-8456-8053B04B2E4F}" type="pres">
      <dgm:prSet presAssocID="{6DB52AEF-E7D6-42EE-8F91-4979980BFB11}" presName="childText" presStyleLbl="revTx" presStyleIdx="1" presStyleCnt="3">
        <dgm:presLayoutVars>
          <dgm:bulletEnabled val="1"/>
        </dgm:presLayoutVars>
      </dgm:prSet>
      <dgm:spPr/>
    </dgm:pt>
    <dgm:pt modelId="{8125A9EA-4085-484F-BB11-E402B40827BC}" type="pres">
      <dgm:prSet presAssocID="{087273BE-C543-46C3-94CA-0288ABA4AE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9BA4F6-F62E-4ED0-9403-5B81E0060CD8}" type="pres">
      <dgm:prSet presAssocID="{087273BE-C543-46C3-94CA-0288ABA4AE4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7C79E04-CA47-44BF-A593-16838B0B68AC}" type="presOf" srcId="{3305E6AA-EE62-4BF6-B09E-64C6EF65725A}" destId="{CF9BA4F6-F62E-4ED0-9403-5B81E0060CD8}" srcOrd="0" destOrd="0" presId="urn:microsoft.com/office/officeart/2005/8/layout/vList2"/>
    <dgm:cxn modelId="{6DF8BA05-5D7F-4F63-A563-3D8BDAAEC293}" type="presOf" srcId="{14B91AB3-ECA1-4AE3-AF1B-B8A8AA0D601A}" destId="{CF9BA4F6-F62E-4ED0-9403-5B81E0060CD8}" srcOrd="0" destOrd="3" presId="urn:microsoft.com/office/officeart/2005/8/layout/vList2"/>
    <dgm:cxn modelId="{3556DF0E-A0F0-43FA-BAD6-45774D89A385}" srcId="{087273BE-C543-46C3-94CA-0288ABA4AE41}" destId="{B8EBA04E-F5C0-4612-A0DD-5028D797A00C}" srcOrd="4" destOrd="0" parTransId="{DA11DD66-B9D3-4451-B00B-6792DF9496BE}" sibTransId="{22590680-65E8-4E59-8346-034DFC9A978C}"/>
    <dgm:cxn modelId="{5DE62123-D3E8-4075-B35D-AED437F3F968}" type="presOf" srcId="{96DAD1D0-9379-4CF7-9493-AD839EB910EF}" destId="{DCD44EBD-A0C3-4E41-8456-8053B04B2E4F}" srcOrd="0" destOrd="0" presId="urn:microsoft.com/office/officeart/2005/8/layout/vList2"/>
    <dgm:cxn modelId="{A33DE95D-CEE9-4633-A046-652C88597D78}" type="presOf" srcId="{A002337A-5C2E-429D-B2CD-5609ED147E68}" destId="{CF9BA4F6-F62E-4ED0-9403-5B81E0060CD8}" srcOrd="0" destOrd="1" presId="urn:microsoft.com/office/officeart/2005/8/layout/vList2"/>
    <dgm:cxn modelId="{0E03C361-92AF-47DD-8BFC-119F50C18540}" type="presOf" srcId="{37B670CD-34DC-4FBD-BDA6-7AD272C861EB}" destId="{CF9BA4F6-F62E-4ED0-9403-5B81E0060CD8}" srcOrd="0" destOrd="2" presId="urn:microsoft.com/office/officeart/2005/8/layout/vList2"/>
    <dgm:cxn modelId="{2C120863-032F-456F-8B66-A686F02195A4}" type="presOf" srcId="{EE16B9D4-FA8C-4E0F-BD2D-DE5A2FCF4316}" destId="{E6E75C31-E91A-4596-9D7D-E8220A4190D7}" srcOrd="0" destOrd="2" presId="urn:microsoft.com/office/officeart/2005/8/layout/vList2"/>
    <dgm:cxn modelId="{E830DC63-CFCF-44D2-8AF8-00C9158D0F3F}" type="presOf" srcId="{DC2FBAB3-CC3F-42DD-A339-6EBFD248AA5A}" destId="{DCD44EBD-A0C3-4E41-8456-8053B04B2E4F}" srcOrd="0" destOrd="3" presId="urn:microsoft.com/office/officeart/2005/8/layout/vList2"/>
    <dgm:cxn modelId="{9F7C5E66-6B57-43F6-B270-6B6AAA60E8CE}" srcId="{087273BE-C543-46C3-94CA-0288ABA4AE41}" destId="{37B670CD-34DC-4FBD-BDA6-7AD272C861EB}" srcOrd="2" destOrd="0" parTransId="{D9907C62-B667-4A5E-887F-D86FFB3DE1EF}" sibTransId="{FD7F919E-7C59-4C38-B88D-740F570DD259}"/>
    <dgm:cxn modelId="{940CA866-CDDD-4039-924F-4A89894BBDEF}" type="presOf" srcId="{7C1138A6-956F-4DA0-B242-CBD00DCA9475}" destId="{E6E75C31-E91A-4596-9D7D-E8220A4190D7}" srcOrd="0" destOrd="1" presId="urn:microsoft.com/office/officeart/2005/8/layout/vList2"/>
    <dgm:cxn modelId="{F4D06568-AC9C-4612-8DD3-EBC761CC1522}" srcId="{20DFDCF8-3DDA-49FE-96D4-1423ADD07B08}" destId="{8872FAC5-B67C-46D8-B2D2-1ACE474AD9B4}" srcOrd="3" destOrd="0" parTransId="{9AD5B513-304F-4C0E-AF40-F95BA5F7CB72}" sibTransId="{DE74EF28-76DB-490F-AC81-19623EA3B7E4}"/>
    <dgm:cxn modelId="{C16E7568-F54B-492B-9618-089B24994ED3}" srcId="{20DFDCF8-3DDA-49FE-96D4-1423ADD07B08}" destId="{23F7A712-AB17-40DF-9799-A804836A3F03}" srcOrd="0" destOrd="0" parTransId="{584D2D44-3E71-459A-A635-0DEF7FF4D4D9}" sibTransId="{F57DACD4-EB2D-4B4E-A325-F7A475AEA2A0}"/>
    <dgm:cxn modelId="{3332156B-5FE5-40E0-B05E-A09BA7112FDB}" srcId="{20DFDCF8-3DDA-49FE-96D4-1423ADD07B08}" destId="{EE16B9D4-FA8C-4E0F-BD2D-DE5A2FCF4316}" srcOrd="2" destOrd="0" parTransId="{1B140721-53D2-4B33-9F7A-4D684B3BE037}" sibTransId="{5F36D64E-F65F-4EAD-885E-07E87C632833}"/>
    <dgm:cxn modelId="{BDCF736D-DEDB-479E-8562-57C98F5C3F2D}" srcId="{087273BE-C543-46C3-94CA-0288ABA4AE41}" destId="{A002337A-5C2E-429D-B2CD-5609ED147E68}" srcOrd="1" destOrd="0" parTransId="{29EDF766-20E5-4FCA-B9DC-7E753E527374}" sibTransId="{AAB93F2F-6309-4186-925D-CBB963B055E4}"/>
    <dgm:cxn modelId="{99FFBE4E-B5E7-4BF8-AF2B-D68E5297C984}" type="presOf" srcId="{087273BE-C543-46C3-94CA-0288ABA4AE41}" destId="{8125A9EA-4085-484F-BB11-E402B40827BC}" srcOrd="0" destOrd="0" presId="urn:microsoft.com/office/officeart/2005/8/layout/vList2"/>
    <dgm:cxn modelId="{9E67614F-34C1-4DAD-A084-66FBB5520A5A}" type="presOf" srcId="{8872FAC5-B67C-46D8-B2D2-1ACE474AD9B4}" destId="{E6E75C31-E91A-4596-9D7D-E8220A4190D7}" srcOrd="0" destOrd="3" presId="urn:microsoft.com/office/officeart/2005/8/layout/vList2"/>
    <dgm:cxn modelId="{420BCB72-923B-486B-8834-A8462F67F78B}" type="presOf" srcId="{B039790D-B318-4753-B04D-68F51FA37975}" destId="{DCD44EBD-A0C3-4E41-8456-8053B04B2E4F}" srcOrd="0" destOrd="1" presId="urn:microsoft.com/office/officeart/2005/8/layout/vList2"/>
    <dgm:cxn modelId="{4226FD55-E73C-466B-9FD8-DAEC81336551}" type="presOf" srcId="{23F7A712-AB17-40DF-9799-A804836A3F03}" destId="{E6E75C31-E91A-4596-9D7D-E8220A4190D7}" srcOrd="0" destOrd="0" presId="urn:microsoft.com/office/officeart/2005/8/layout/vList2"/>
    <dgm:cxn modelId="{D800D177-B81E-44F1-87E2-EABDA7D3A8DD}" type="presOf" srcId="{2F06E235-2441-44DD-A856-B4AE21C940FD}" destId="{22AD9251-2A84-4870-A950-9488173865A3}" srcOrd="0" destOrd="0" presId="urn:microsoft.com/office/officeart/2005/8/layout/vList2"/>
    <dgm:cxn modelId="{72D6B379-99A0-4A53-BCC4-CB929F1FFD29}" type="presOf" srcId="{D3A4499E-8FDF-4EEC-92A6-2361E7FBDC55}" destId="{DCD44EBD-A0C3-4E41-8456-8053B04B2E4F}" srcOrd="0" destOrd="2" presId="urn:microsoft.com/office/officeart/2005/8/layout/vList2"/>
    <dgm:cxn modelId="{D3190385-7B01-4A33-A2B4-FC2A4C71198D}" srcId="{087273BE-C543-46C3-94CA-0288ABA4AE41}" destId="{3305E6AA-EE62-4BF6-B09E-64C6EF65725A}" srcOrd="0" destOrd="0" parTransId="{BB0AC03C-442A-4434-BC12-21B44BCB87AC}" sibTransId="{2569C737-8153-4936-B00C-D198732C9778}"/>
    <dgm:cxn modelId="{00C6C69E-4771-4F04-B4F5-DF1C115B862A}" srcId="{6DB52AEF-E7D6-42EE-8F91-4979980BFB11}" destId="{D3A4499E-8FDF-4EEC-92A6-2361E7FBDC55}" srcOrd="2" destOrd="0" parTransId="{27EF0EF4-D933-4DBE-B4DF-4D6261E506D5}" sibTransId="{35DC14B5-B399-41D1-8219-E30D54222A8E}"/>
    <dgm:cxn modelId="{84491CA9-2A4E-41F7-86B8-FBC5DCF71B67}" srcId="{6DB52AEF-E7D6-42EE-8F91-4979980BFB11}" destId="{96DAD1D0-9379-4CF7-9493-AD839EB910EF}" srcOrd="0" destOrd="0" parTransId="{AA9C5A08-BC90-48AC-9DE3-C3E6116F3784}" sibTransId="{4D329AD7-D675-4B9B-9E97-AFBCC426669D}"/>
    <dgm:cxn modelId="{DE331CAA-F9D3-46A2-8789-6E24061F36F2}" type="presOf" srcId="{B8EBA04E-F5C0-4612-A0DD-5028D797A00C}" destId="{CF9BA4F6-F62E-4ED0-9403-5B81E0060CD8}" srcOrd="0" destOrd="4" presId="urn:microsoft.com/office/officeart/2005/8/layout/vList2"/>
    <dgm:cxn modelId="{A34D61BB-8356-4B45-A5E8-379E56296251}" srcId="{6DB52AEF-E7D6-42EE-8F91-4979980BFB11}" destId="{B039790D-B318-4753-B04D-68F51FA37975}" srcOrd="1" destOrd="0" parTransId="{3939EBDC-19D4-4D6B-9FB5-299AB86B090B}" sibTransId="{F3A252D2-3B46-4D17-A3D7-6039077531AE}"/>
    <dgm:cxn modelId="{EB9A22C2-D0BE-4B97-9606-E1237E455006}" type="presOf" srcId="{6DB52AEF-E7D6-42EE-8F91-4979980BFB11}" destId="{85A9B63E-B106-47EF-BAAF-CE1F8B037B90}" srcOrd="0" destOrd="0" presId="urn:microsoft.com/office/officeart/2005/8/layout/vList2"/>
    <dgm:cxn modelId="{05EA6CC2-5922-4081-A6FC-D68DBA4CE079}" srcId="{6DB52AEF-E7D6-42EE-8F91-4979980BFB11}" destId="{DC2FBAB3-CC3F-42DD-A339-6EBFD248AA5A}" srcOrd="3" destOrd="0" parTransId="{8AFAD4F4-2D08-406D-B5E5-67BEEDF9507F}" sibTransId="{F87B7BE6-B71A-4EEE-8E81-01A65E43690D}"/>
    <dgm:cxn modelId="{A5DC76C2-84A6-4DD5-8E85-EC0B23600E8E}" srcId="{2F06E235-2441-44DD-A856-B4AE21C940FD}" destId="{6DB52AEF-E7D6-42EE-8F91-4979980BFB11}" srcOrd="1" destOrd="0" parTransId="{9697FF8F-B289-431E-884D-4B8B8F4C4016}" sibTransId="{030EB700-A604-4BE4-9038-163B68DA5D87}"/>
    <dgm:cxn modelId="{990CCFC5-DD54-4C1C-8413-087BF45CA1FF}" srcId="{20DFDCF8-3DDA-49FE-96D4-1423ADD07B08}" destId="{7C1138A6-956F-4DA0-B242-CBD00DCA9475}" srcOrd="1" destOrd="0" parTransId="{4BCFC27E-B3A2-4037-9381-C32782ED673F}" sibTransId="{A8CC9413-1A9F-40D6-928E-8D97B85D6108}"/>
    <dgm:cxn modelId="{6F0113DC-665D-4D6E-86EF-79E58FC1F83C}" srcId="{2F06E235-2441-44DD-A856-B4AE21C940FD}" destId="{20DFDCF8-3DDA-49FE-96D4-1423ADD07B08}" srcOrd="0" destOrd="0" parTransId="{1C1D95D9-4FED-416B-88DB-03E12919A398}" sibTransId="{4D002E8A-1374-4F98-8CAB-AC5640DD2D60}"/>
    <dgm:cxn modelId="{C3FC65EB-87B0-4E50-94BE-6A8B5E71FA6F}" type="presOf" srcId="{20DFDCF8-3DDA-49FE-96D4-1423ADD07B08}" destId="{BD00B3A1-DF3B-4F5B-8ACB-A6CD887D60B2}" srcOrd="0" destOrd="0" presId="urn:microsoft.com/office/officeart/2005/8/layout/vList2"/>
    <dgm:cxn modelId="{A71165FC-E5C3-477C-BB37-B5DF06595BCE}" srcId="{087273BE-C543-46C3-94CA-0288ABA4AE41}" destId="{14B91AB3-ECA1-4AE3-AF1B-B8A8AA0D601A}" srcOrd="3" destOrd="0" parTransId="{B0E3B27B-39E7-4A4A-BC62-5CD824F5771B}" sibTransId="{26970FA8-F9DB-40A2-9E80-EAA04022D19F}"/>
    <dgm:cxn modelId="{4FF3B9FC-C951-4F4A-A035-963BF8FE9140}" srcId="{2F06E235-2441-44DD-A856-B4AE21C940FD}" destId="{087273BE-C543-46C3-94CA-0288ABA4AE41}" srcOrd="2" destOrd="0" parTransId="{50E28308-01C1-436C-BAB8-5B4D86CB936D}" sibTransId="{81A0111D-23D2-469F-A113-6F4FEE177BF1}"/>
    <dgm:cxn modelId="{B494A7F2-6B1B-40A4-AEE7-56CD3BB17305}" type="presParOf" srcId="{22AD9251-2A84-4870-A950-9488173865A3}" destId="{BD00B3A1-DF3B-4F5B-8ACB-A6CD887D60B2}" srcOrd="0" destOrd="0" presId="urn:microsoft.com/office/officeart/2005/8/layout/vList2"/>
    <dgm:cxn modelId="{00C063E4-6399-46DA-B4C1-8288F2E205F7}" type="presParOf" srcId="{22AD9251-2A84-4870-A950-9488173865A3}" destId="{E6E75C31-E91A-4596-9D7D-E8220A4190D7}" srcOrd="1" destOrd="0" presId="urn:microsoft.com/office/officeart/2005/8/layout/vList2"/>
    <dgm:cxn modelId="{5FD17579-B6DB-4023-90B5-72AC0B9425CB}" type="presParOf" srcId="{22AD9251-2A84-4870-A950-9488173865A3}" destId="{85A9B63E-B106-47EF-BAAF-CE1F8B037B90}" srcOrd="2" destOrd="0" presId="urn:microsoft.com/office/officeart/2005/8/layout/vList2"/>
    <dgm:cxn modelId="{C5C4AC7D-6EC2-4B1D-B07D-B3F1A4F80AAC}" type="presParOf" srcId="{22AD9251-2A84-4870-A950-9488173865A3}" destId="{DCD44EBD-A0C3-4E41-8456-8053B04B2E4F}" srcOrd="3" destOrd="0" presId="urn:microsoft.com/office/officeart/2005/8/layout/vList2"/>
    <dgm:cxn modelId="{CC09CF2A-6F9F-403F-A83C-2D4ABC25A2D5}" type="presParOf" srcId="{22AD9251-2A84-4870-A950-9488173865A3}" destId="{8125A9EA-4085-484F-BB11-E402B40827BC}" srcOrd="4" destOrd="0" presId="urn:microsoft.com/office/officeart/2005/8/layout/vList2"/>
    <dgm:cxn modelId="{D168C306-7055-4DFE-925D-13023B2B909D}" type="presParOf" srcId="{22AD9251-2A84-4870-A950-9488173865A3}" destId="{CF9BA4F6-F62E-4ED0-9403-5B81E0060C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06E235-2441-44DD-A856-B4AE21C940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DFDCF8-3DDA-49FE-96D4-1423ADD07B08}">
      <dgm:prSet/>
      <dgm:spPr/>
      <dgm:t>
        <a:bodyPr/>
        <a:lstStyle/>
        <a:p>
          <a:r>
            <a:rPr lang="en-US" b="1"/>
            <a:t>Close to the Basket (Layups)</a:t>
          </a:r>
          <a:endParaRPr lang="en-US"/>
        </a:p>
      </dgm:t>
    </dgm:pt>
    <dgm:pt modelId="{1C1D95D9-4FED-416B-88DB-03E12919A398}" type="parTrans" cxnId="{6F0113DC-665D-4D6E-86EF-79E58FC1F83C}">
      <dgm:prSet/>
      <dgm:spPr/>
      <dgm:t>
        <a:bodyPr/>
        <a:lstStyle/>
        <a:p>
          <a:endParaRPr lang="en-US"/>
        </a:p>
      </dgm:t>
    </dgm:pt>
    <dgm:pt modelId="{4D002E8A-1374-4F98-8CAB-AC5640DD2D60}" type="sibTrans" cxnId="{6F0113DC-665D-4D6E-86EF-79E58FC1F83C}">
      <dgm:prSet/>
      <dgm:spPr/>
      <dgm:t>
        <a:bodyPr/>
        <a:lstStyle/>
        <a:p>
          <a:endParaRPr lang="en-US"/>
        </a:p>
      </dgm:t>
    </dgm:pt>
    <dgm:pt modelId="{23F7A712-AB17-40DF-9799-A804836A3F03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Shot = 1.11</a:t>
          </a:r>
        </a:p>
      </dgm:t>
    </dgm:pt>
    <dgm:pt modelId="{584D2D44-3E71-459A-A635-0DEF7FF4D4D9}" type="parTrans" cxnId="{C16E7568-F54B-492B-9618-089B24994ED3}">
      <dgm:prSet/>
      <dgm:spPr/>
      <dgm:t>
        <a:bodyPr/>
        <a:lstStyle/>
        <a:p>
          <a:endParaRPr lang="en-US"/>
        </a:p>
      </dgm:t>
    </dgm:pt>
    <dgm:pt modelId="{F57DACD4-EB2D-4B4E-A325-F7A475AEA2A0}" type="sibTrans" cxnId="{C16E7568-F54B-492B-9618-089B24994ED3}">
      <dgm:prSet/>
      <dgm:spPr/>
      <dgm:t>
        <a:bodyPr/>
        <a:lstStyle/>
        <a:p>
          <a:endParaRPr lang="en-US"/>
        </a:p>
      </dgm:t>
    </dgm:pt>
    <dgm:pt modelId="{6DB52AEF-E7D6-42EE-8F91-4979980BFB11}">
      <dgm:prSet/>
      <dgm:spPr/>
      <dgm:t>
        <a:bodyPr/>
        <a:lstStyle/>
        <a:p>
          <a:r>
            <a:rPr lang="en-US" b="1"/>
            <a:t>Midrange</a:t>
          </a:r>
          <a:endParaRPr lang="en-US"/>
        </a:p>
      </dgm:t>
    </dgm:pt>
    <dgm:pt modelId="{9697FF8F-B289-431E-884D-4B8B8F4C4016}" type="parTrans" cxnId="{A5DC76C2-84A6-4DD5-8E85-EC0B23600E8E}">
      <dgm:prSet/>
      <dgm:spPr/>
      <dgm:t>
        <a:bodyPr/>
        <a:lstStyle/>
        <a:p>
          <a:endParaRPr lang="en-US"/>
        </a:p>
      </dgm:t>
    </dgm:pt>
    <dgm:pt modelId="{030EB700-A604-4BE4-9038-163B68DA5D87}" type="sibTrans" cxnId="{A5DC76C2-84A6-4DD5-8E85-EC0B23600E8E}">
      <dgm:prSet/>
      <dgm:spPr/>
      <dgm:t>
        <a:bodyPr/>
        <a:lstStyle/>
        <a:p>
          <a:endParaRPr lang="en-US"/>
        </a:p>
      </dgm:t>
    </dgm:pt>
    <dgm:pt modelId="{96DAD1D0-9379-4CF7-9493-AD839EB910EF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Midrange = 0.5</a:t>
          </a:r>
        </a:p>
      </dgm:t>
    </dgm:pt>
    <dgm:pt modelId="{AA9C5A08-BC90-48AC-9DE3-C3E6116F3784}" type="parTrans" cxnId="{84491CA9-2A4E-41F7-86B8-FBC5DCF71B67}">
      <dgm:prSet/>
      <dgm:spPr/>
      <dgm:t>
        <a:bodyPr/>
        <a:lstStyle/>
        <a:p>
          <a:endParaRPr lang="en-US"/>
        </a:p>
      </dgm:t>
    </dgm:pt>
    <dgm:pt modelId="{4D329AD7-D675-4B9B-9E97-AFBCC426669D}" type="sibTrans" cxnId="{84491CA9-2A4E-41F7-86B8-FBC5DCF71B67}">
      <dgm:prSet/>
      <dgm:spPr/>
      <dgm:t>
        <a:bodyPr/>
        <a:lstStyle/>
        <a:p>
          <a:endParaRPr lang="en-US"/>
        </a:p>
      </dgm:t>
    </dgm:pt>
    <dgm:pt modelId="{087273BE-C543-46C3-94CA-0288ABA4AE41}">
      <dgm:prSet/>
      <dgm:spPr/>
      <dgm:t>
        <a:bodyPr/>
        <a:lstStyle/>
        <a:p>
          <a:r>
            <a:rPr lang="en-US" b="1" dirty="0"/>
            <a:t>3PTs</a:t>
          </a:r>
          <a:endParaRPr lang="en-US" dirty="0"/>
        </a:p>
      </dgm:t>
    </dgm:pt>
    <dgm:pt modelId="{50E28308-01C1-436C-BAB8-5B4D86CB936D}" type="parTrans" cxnId="{4FF3B9FC-C951-4F4A-A035-963BF8FE9140}">
      <dgm:prSet/>
      <dgm:spPr/>
      <dgm:t>
        <a:bodyPr/>
        <a:lstStyle/>
        <a:p>
          <a:endParaRPr lang="en-US"/>
        </a:p>
      </dgm:t>
    </dgm:pt>
    <dgm:pt modelId="{81A0111D-23D2-469F-A113-6F4FEE177BF1}" type="sibTrans" cxnId="{4FF3B9FC-C951-4F4A-A035-963BF8FE9140}">
      <dgm:prSet/>
      <dgm:spPr/>
      <dgm:t>
        <a:bodyPr/>
        <a:lstStyle/>
        <a:p>
          <a:endParaRPr lang="en-US"/>
        </a:p>
      </dgm:t>
    </dgm:pt>
    <dgm:pt modelId="{3305E6AA-EE62-4BF6-B09E-64C6EF65725A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3PT = 0.801</a:t>
          </a:r>
        </a:p>
      </dgm:t>
    </dgm:pt>
    <dgm:pt modelId="{BB0AC03C-442A-4434-BC12-21B44BCB87AC}" type="parTrans" cxnId="{D3190385-7B01-4A33-A2B4-FC2A4C71198D}">
      <dgm:prSet/>
      <dgm:spPr/>
      <dgm:t>
        <a:bodyPr/>
        <a:lstStyle/>
        <a:p>
          <a:endParaRPr lang="en-US"/>
        </a:p>
      </dgm:t>
    </dgm:pt>
    <dgm:pt modelId="{2569C737-8153-4936-B00C-D198732C9778}" type="sibTrans" cxnId="{D3190385-7B01-4A33-A2B4-FC2A4C71198D}">
      <dgm:prSet/>
      <dgm:spPr/>
      <dgm:t>
        <a:bodyPr/>
        <a:lstStyle/>
        <a:p>
          <a:endParaRPr lang="en-US"/>
        </a:p>
      </dgm:t>
    </dgm:pt>
    <dgm:pt modelId="{93F83779-475D-462F-8690-6347E85B0C3F}">
      <dgm:prSet/>
      <dgm:spPr/>
      <dgm:t>
        <a:bodyPr/>
        <a:lstStyle/>
        <a:p>
          <a:r>
            <a:rPr lang="en-US" dirty="0"/>
            <a:t>Weakness: Left Side at 51.4%</a:t>
          </a:r>
        </a:p>
      </dgm:t>
    </dgm:pt>
    <dgm:pt modelId="{C4CF6011-B2DA-459F-8EEE-F25EF05FB8DB}" type="parTrans" cxnId="{967A10E3-9361-4B73-AA99-EC7505CA9189}">
      <dgm:prSet/>
      <dgm:spPr/>
      <dgm:t>
        <a:bodyPr/>
        <a:lstStyle/>
        <a:p>
          <a:endParaRPr lang="en-US"/>
        </a:p>
      </dgm:t>
    </dgm:pt>
    <dgm:pt modelId="{C53427E5-613B-4D86-AA55-F510CDFF1E9B}" type="sibTrans" cxnId="{967A10E3-9361-4B73-AA99-EC7505CA9189}">
      <dgm:prSet/>
      <dgm:spPr/>
      <dgm:t>
        <a:bodyPr/>
        <a:lstStyle/>
        <a:p>
          <a:endParaRPr lang="en-US"/>
        </a:p>
      </dgm:t>
    </dgm:pt>
    <dgm:pt modelId="{C393A5A8-A904-4DFC-BA55-4BF2BDA305BD}">
      <dgm:prSet/>
      <dgm:spPr/>
      <dgm:t>
        <a:bodyPr/>
        <a:lstStyle/>
        <a:p>
          <a:r>
            <a:rPr lang="en-US" dirty="0"/>
            <a:t>Weakness: Outside Paint Area</a:t>
          </a:r>
        </a:p>
      </dgm:t>
    </dgm:pt>
    <dgm:pt modelId="{896A67AC-BDA9-4E77-B797-EBBA5AC4B465}" type="parTrans" cxnId="{AC12E733-F365-49CA-8C2C-5C8397BA9D7F}">
      <dgm:prSet/>
      <dgm:spPr/>
      <dgm:t>
        <a:bodyPr/>
        <a:lstStyle/>
        <a:p>
          <a:endParaRPr lang="en-US"/>
        </a:p>
      </dgm:t>
    </dgm:pt>
    <dgm:pt modelId="{0294C619-E96F-4C16-836A-3FDED81E407E}" type="sibTrans" cxnId="{AC12E733-F365-49CA-8C2C-5C8397BA9D7F}">
      <dgm:prSet/>
      <dgm:spPr/>
      <dgm:t>
        <a:bodyPr/>
        <a:lstStyle/>
        <a:p>
          <a:endParaRPr lang="en-US"/>
        </a:p>
      </dgm:t>
    </dgm:pt>
    <dgm:pt modelId="{B8660B2C-0AD8-4813-90A4-7B5EA5E55011}">
      <dgm:prSet/>
      <dgm:spPr/>
      <dgm:t>
        <a:bodyPr/>
        <a:lstStyle/>
        <a:p>
          <a:r>
            <a:rPr lang="en-US" dirty="0"/>
            <a:t>Weakness: Corners + Top of Key</a:t>
          </a:r>
        </a:p>
      </dgm:t>
    </dgm:pt>
    <dgm:pt modelId="{A2F01AFD-4C61-46C5-9D78-CB09579E675A}" type="parTrans" cxnId="{404200AC-7BE5-4355-87E2-22FB896764D7}">
      <dgm:prSet/>
      <dgm:spPr/>
      <dgm:t>
        <a:bodyPr/>
        <a:lstStyle/>
        <a:p>
          <a:endParaRPr lang="en-US"/>
        </a:p>
      </dgm:t>
    </dgm:pt>
    <dgm:pt modelId="{CE3D9334-BA9F-4C3D-8332-8AC81776C24E}" type="sibTrans" cxnId="{404200AC-7BE5-4355-87E2-22FB896764D7}">
      <dgm:prSet/>
      <dgm:spPr/>
      <dgm:t>
        <a:bodyPr/>
        <a:lstStyle/>
        <a:p>
          <a:endParaRPr lang="en-US"/>
        </a:p>
      </dgm:t>
    </dgm:pt>
    <dgm:pt modelId="{A79DDECC-3298-41EB-8122-DF075486C04D}">
      <dgm:prSet/>
      <dgm:spPr/>
      <dgm:t>
        <a:bodyPr/>
        <a:lstStyle/>
        <a:p>
          <a:endParaRPr lang="en-US" dirty="0"/>
        </a:p>
      </dgm:t>
    </dgm:pt>
    <dgm:pt modelId="{06964308-36B5-4BD7-BCCD-88E092AB1C41}" type="parTrans" cxnId="{38D602E3-2B39-45E0-90E6-392BA84F7B81}">
      <dgm:prSet/>
      <dgm:spPr/>
      <dgm:t>
        <a:bodyPr/>
        <a:lstStyle/>
        <a:p>
          <a:endParaRPr lang="en-US"/>
        </a:p>
      </dgm:t>
    </dgm:pt>
    <dgm:pt modelId="{C4D5CFA8-9D9B-4BFC-8C82-9CEA8038180C}" type="sibTrans" cxnId="{38D602E3-2B39-45E0-90E6-392BA84F7B81}">
      <dgm:prSet/>
      <dgm:spPr/>
      <dgm:t>
        <a:bodyPr/>
        <a:lstStyle/>
        <a:p>
          <a:endParaRPr lang="en-US"/>
        </a:p>
      </dgm:t>
    </dgm:pt>
    <dgm:pt modelId="{C73A3EC7-C392-45A4-9A48-717B41BDAA62}">
      <dgm:prSet/>
      <dgm:spPr/>
      <dgm:t>
        <a:bodyPr/>
        <a:lstStyle/>
        <a:p>
          <a:endParaRPr lang="en-US" dirty="0"/>
        </a:p>
      </dgm:t>
    </dgm:pt>
    <dgm:pt modelId="{42659D2C-B46A-40D9-9547-6332C271564D}" type="parTrans" cxnId="{C1C02515-EBBC-4517-A582-A426C3265DCD}">
      <dgm:prSet/>
      <dgm:spPr/>
      <dgm:t>
        <a:bodyPr/>
        <a:lstStyle/>
        <a:p>
          <a:endParaRPr lang="en-US"/>
        </a:p>
      </dgm:t>
    </dgm:pt>
    <dgm:pt modelId="{238A3772-2F97-460B-BE61-0A1D5F022A39}" type="sibTrans" cxnId="{C1C02515-EBBC-4517-A582-A426C3265DCD}">
      <dgm:prSet/>
      <dgm:spPr/>
      <dgm:t>
        <a:bodyPr/>
        <a:lstStyle/>
        <a:p>
          <a:endParaRPr lang="en-US"/>
        </a:p>
      </dgm:t>
    </dgm:pt>
    <dgm:pt modelId="{792B4C69-255E-453F-A4D7-118536352CEF}">
      <dgm:prSet/>
      <dgm:spPr/>
      <dgm:t>
        <a:bodyPr/>
        <a:lstStyle/>
        <a:p>
          <a:endParaRPr lang="en-US" dirty="0"/>
        </a:p>
      </dgm:t>
    </dgm:pt>
    <dgm:pt modelId="{1300FE01-DF04-488F-B6A0-4DC51779C321}" type="parTrans" cxnId="{1E1AA776-E7BC-4BF9-B935-D8537052EEF4}">
      <dgm:prSet/>
      <dgm:spPr/>
      <dgm:t>
        <a:bodyPr/>
        <a:lstStyle/>
        <a:p>
          <a:endParaRPr lang="en-US"/>
        </a:p>
      </dgm:t>
    </dgm:pt>
    <dgm:pt modelId="{B6D15830-77A1-4278-ADD3-45D58E349714}" type="sibTrans" cxnId="{1E1AA776-E7BC-4BF9-B935-D8537052EEF4}">
      <dgm:prSet/>
      <dgm:spPr/>
      <dgm:t>
        <a:bodyPr/>
        <a:lstStyle/>
        <a:p>
          <a:endParaRPr lang="en-US"/>
        </a:p>
      </dgm:t>
    </dgm:pt>
    <dgm:pt modelId="{003D7EF8-6698-4C4B-9703-48775C1A9EFE}">
      <dgm:prSet/>
      <dgm:spPr/>
      <dgm:t>
        <a:bodyPr/>
        <a:lstStyle/>
        <a:p>
          <a:endParaRPr lang="en-US" dirty="0"/>
        </a:p>
      </dgm:t>
    </dgm:pt>
    <dgm:pt modelId="{8036AAB8-3ECD-4B5C-9DB6-9EFC4649D283}" type="parTrans" cxnId="{487D4CCC-E4EA-40BE-B1FB-2BD110758798}">
      <dgm:prSet/>
      <dgm:spPr/>
      <dgm:t>
        <a:bodyPr/>
        <a:lstStyle/>
        <a:p>
          <a:endParaRPr lang="en-US"/>
        </a:p>
      </dgm:t>
    </dgm:pt>
    <dgm:pt modelId="{CA4D0365-470B-4DCF-BAA4-1F029263932C}" type="sibTrans" cxnId="{487D4CCC-E4EA-40BE-B1FB-2BD110758798}">
      <dgm:prSet/>
      <dgm:spPr/>
      <dgm:t>
        <a:bodyPr/>
        <a:lstStyle/>
        <a:p>
          <a:endParaRPr lang="en-US"/>
        </a:p>
      </dgm:t>
    </dgm:pt>
    <dgm:pt modelId="{31E6714B-B0A4-43DD-8A94-12CE572CFE93}">
      <dgm:prSet/>
      <dgm:spPr/>
      <dgm:t>
        <a:bodyPr/>
        <a:lstStyle/>
        <a:p>
          <a:endParaRPr lang="en-US" dirty="0"/>
        </a:p>
      </dgm:t>
    </dgm:pt>
    <dgm:pt modelId="{9E2BEDEE-ECC6-4C95-8DAF-08EF0094C0E5}" type="parTrans" cxnId="{05BCD3B0-6425-46EB-AC20-C133F5C5F776}">
      <dgm:prSet/>
      <dgm:spPr/>
      <dgm:t>
        <a:bodyPr/>
        <a:lstStyle/>
        <a:p>
          <a:endParaRPr lang="en-US"/>
        </a:p>
      </dgm:t>
    </dgm:pt>
    <dgm:pt modelId="{7318E91F-11D3-416F-BDA8-F5AF149A2675}" type="sibTrans" cxnId="{05BCD3B0-6425-46EB-AC20-C133F5C5F776}">
      <dgm:prSet/>
      <dgm:spPr/>
      <dgm:t>
        <a:bodyPr/>
        <a:lstStyle/>
        <a:p>
          <a:endParaRPr lang="en-US"/>
        </a:p>
      </dgm:t>
    </dgm:pt>
    <dgm:pt modelId="{A30E98AD-3A74-422B-9890-435A4E9D70E0}">
      <dgm:prSet/>
      <dgm:spPr/>
      <dgm:t>
        <a:bodyPr/>
        <a:lstStyle/>
        <a:p>
          <a:endParaRPr lang="en-US" dirty="0"/>
        </a:p>
      </dgm:t>
    </dgm:pt>
    <dgm:pt modelId="{7A51744E-5AA4-4094-BEB3-B026B0122417}" type="parTrans" cxnId="{20075A6D-1417-4FA1-9634-CF38C7B6346B}">
      <dgm:prSet/>
      <dgm:spPr/>
      <dgm:t>
        <a:bodyPr/>
        <a:lstStyle/>
        <a:p>
          <a:endParaRPr lang="en-US"/>
        </a:p>
      </dgm:t>
    </dgm:pt>
    <dgm:pt modelId="{DD4CD9FB-B1F0-49B6-A5BE-3888C22C00C3}" type="sibTrans" cxnId="{20075A6D-1417-4FA1-9634-CF38C7B6346B}">
      <dgm:prSet/>
      <dgm:spPr/>
      <dgm:t>
        <a:bodyPr/>
        <a:lstStyle/>
        <a:p>
          <a:endParaRPr lang="en-US"/>
        </a:p>
      </dgm:t>
    </dgm:pt>
    <dgm:pt modelId="{22AD9251-2A84-4870-A950-9488173865A3}" type="pres">
      <dgm:prSet presAssocID="{2F06E235-2441-44DD-A856-B4AE21C940FD}" presName="linear" presStyleCnt="0">
        <dgm:presLayoutVars>
          <dgm:animLvl val="lvl"/>
          <dgm:resizeHandles val="exact"/>
        </dgm:presLayoutVars>
      </dgm:prSet>
      <dgm:spPr/>
    </dgm:pt>
    <dgm:pt modelId="{BD00B3A1-DF3B-4F5B-8ACB-A6CD887D60B2}" type="pres">
      <dgm:prSet presAssocID="{20DFDCF8-3DDA-49FE-96D4-1423ADD07B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E75C31-E91A-4596-9D7D-E8220A4190D7}" type="pres">
      <dgm:prSet presAssocID="{20DFDCF8-3DDA-49FE-96D4-1423ADD07B08}" presName="childText" presStyleLbl="revTx" presStyleIdx="0" presStyleCnt="3">
        <dgm:presLayoutVars>
          <dgm:bulletEnabled val="1"/>
        </dgm:presLayoutVars>
      </dgm:prSet>
      <dgm:spPr/>
    </dgm:pt>
    <dgm:pt modelId="{85A9B63E-B106-47EF-BAAF-CE1F8B037B90}" type="pres">
      <dgm:prSet presAssocID="{6DB52AEF-E7D6-42EE-8F91-4979980BFB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D44EBD-A0C3-4E41-8456-8053B04B2E4F}" type="pres">
      <dgm:prSet presAssocID="{6DB52AEF-E7D6-42EE-8F91-4979980BFB11}" presName="childText" presStyleLbl="revTx" presStyleIdx="1" presStyleCnt="3">
        <dgm:presLayoutVars>
          <dgm:bulletEnabled val="1"/>
        </dgm:presLayoutVars>
      </dgm:prSet>
      <dgm:spPr/>
    </dgm:pt>
    <dgm:pt modelId="{8125A9EA-4085-484F-BB11-E402B40827BC}" type="pres">
      <dgm:prSet presAssocID="{087273BE-C543-46C3-94CA-0288ABA4AE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9BA4F6-F62E-4ED0-9403-5B81E0060CD8}" type="pres">
      <dgm:prSet presAssocID="{087273BE-C543-46C3-94CA-0288ABA4AE4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7C79E04-CA47-44BF-A593-16838B0B68AC}" type="presOf" srcId="{3305E6AA-EE62-4BF6-B09E-64C6EF65725A}" destId="{CF9BA4F6-F62E-4ED0-9403-5B81E0060CD8}" srcOrd="0" destOrd="0" presId="urn:microsoft.com/office/officeart/2005/8/layout/vList2"/>
    <dgm:cxn modelId="{C1C02515-EBBC-4517-A582-A426C3265DCD}" srcId="{6DB52AEF-E7D6-42EE-8F91-4979980BFB11}" destId="{C73A3EC7-C392-45A4-9A48-717B41BDAA62}" srcOrd="2" destOrd="0" parTransId="{42659D2C-B46A-40D9-9547-6332C271564D}" sibTransId="{238A3772-2F97-460B-BE61-0A1D5F022A39}"/>
    <dgm:cxn modelId="{3F9E8C18-F8B1-4567-9A52-7CD917A1C048}" type="presOf" srcId="{A79DDECC-3298-41EB-8122-DF075486C04D}" destId="{E6E75C31-E91A-4596-9D7D-E8220A4190D7}" srcOrd="0" destOrd="2" presId="urn:microsoft.com/office/officeart/2005/8/layout/vList2"/>
    <dgm:cxn modelId="{5DE62123-D3E8-4075-B35D-AED437F3F968}" type="presOf" srcId="{96DAD1D0-9379-4CF7-9493-AD839EB910EF}" destId="{DCD44EBD-A0C3-4E41-8456-8053B04B2E4F}" srcOrd="0" destOrd="0" presId="urn:microsoft.com/office/officeart/2005/8/layout/vList2"/>
    <dgm:cxn modelId="{AC12E733-F365-49CA-8C2C-5C8397BA9D7F}" srcId="{6DB52AEF-E7D6-42EE-8F91-4979980BFB11}" destId="{C393A5A8-A904-4DFC-BA55-4BF2BDA305BD}" srcOrd="1" destOrd="0" parTransId="{896A67AC-BDA9-4E77-B797-EBBA5AC4B465}" sibTransId="{0294C619-E96F-4C16-836A-3FDED81E407E}"/>
    <dgm:cxn modelId="{C16E7568-F54B-492B-9618-089B24994ED3}" srcId="{20DFDCF8-3DDA-49FE-96D4-1423ADD07B08}" destId="{23F7A712-AB17-40DF-9799-A804836A3F03}" srcOrd="0" destOrd="0" parTransId="{584D2D44-3E71-459A-A635-0DEF7FF4D4D9}" sibTransId="{F57DACD4-EB2D-4B4E-A325-F7A475AEA2A0}"/>
    <dgm:cxn modelId="{20075A6D-1417-4FA1-9634-CF38C7B6346B}" srcId="{087273BE-C543-46C3-94CA-0288ABA4AE41}" destId="{A30E98AD-3A74-422B-9890-435A4E9D70E0}" srcOrd="3" destOrd="0" parTransId="{7A51744E-5AA4-4094-BEB3-B026B0122417}" sibTransId="{DD4CD9FB-B1F0-49B6-A5BE-3888C22C00C3}"/>
    <dgm:cxn modelId="{99FFBE4E-B5E7-4BF8-AF2B-D68E5297C984}" type="presOf" srcId="{087273BE-C543-46C3-94CA-0288ABA4AE41}" destId="{8125A9EA-4085-484F-BB11-E402B40827BC}" srcOrd="0" destOrd="0" presId="urn:microsoft.com/office/officeart/2005/8/layout/vList2"/>
    <dgm:cxn modelId="{B6B0F975-0A50-4C02-BE61-B42DAFD84A9E}" type="presOf" srcId="{93F83779-475D-462F-8690-6347E85B0C3F}" destId="{E6E75C31-E91A-4596-9D7D-E8220A4190D7}" srcOrd="0" destOrd="1" presId="urn:microsoft.com/office/officeart/2005/8/layout/vList2"/>
    <dgm:cxn modelId="{4226FD55-E73C-466B-9FD8-DAEC81336551}" type="presOf" srcId="{23F7A712-AB17-40DF-9799-A804836A3F03}" destId="{E6E75C31-E91A-4596-9D7D-E8220A4190D7}" srcOrd="0" destOrd="0" presId="urn:microsoft.com/office/officeart/2005/8/layout/vList2"/>
    <dgm:cxn modelId="{C0D62A76-8029-46A1-AE1E-FC1E1B503AED}" type="presOf" srcId="{A30E98AD-3A74-422B-9890-435A4E9D70E0}" destId="{CF9BA4F6-F62E-4ED0-9403-5B81E0060CD8}" srcOrd="0" destOrd="3" presId="urn:microsoft.com/office/officeart/2005/8/layout/vList2"/>
    <dgm:cxn modelId="{1E1AA776-E7BC-4BF9-B935-D8537052EEF4}" srcId="{087273BE-C543-46C3-94CA-0288ABA4AE41}" destId="{792B4C69-255E-453F-A4D7-118536352CEF}" srcOrd="2" destOrd="0" parTransId="{1300FE01-DF04-488F-B6A0-4DC51779C321}" sibTransId="{B6D15830-77A1-4278-ADD3-45D58E349714}"/>
    <dgm:cxn modelId="{7778AB76-4542-40A7-9DA0-96C54CAD3524}" type="presOf" srcId="{31E6714B-B0A4-43DD-8A94-12CE572CFE93}" destId="{DCD44EBD-A0C3-4E41-8456-8053B04B2E4F}" srcOrd="0" destOrd="3" presId="urn:microsoft.com/office/officeart/2005/8/layout/vList2"/>
    <dgm:cxn modelId="{D800D177-B81E-44F1-87E2-EABDA7D3A8DD}" type="presOf" srcId="{2F06E235-2441-44DD-A856-B4AE21C940FD}" destId="{22AD9251-2A84-4870-A950-9488173865A3}" srcOrd="0" destOrd="0" presId="urn:microsoft.com/office/officeart/2005/8/layout/vList2"/>
    <dgm:cxn modelId="{D3190385-7B01-4A33-A2B4-FC2A4C71198D}" srcId="{087273BE-C543-46C3-94CA-0288ABA4AE41}" destId="{3305E6AA-EE62-4BF6-B09E-64C6EF65725A}" srcOrd="0" destOrd="0" parTransId="{BB0AC03C-442A-4434-BC12-21B44BCB87AC}" sibTransId="{2569C737-8153-4936-B00C-D198732C9778}"/>
    <dgm:cxn modelId="{84491CA9-2A4E-41F7-86B8-FBC5DCF71B67}" srcId="{6DB52AEF-E7D6-42EE-8F91-4979980BFB11}" destId="{96DAD1D0-9379-4CF7-9493-AD839EB910EF}" srcOrd="0" destOrd="0" parTransId="{AA9C5A08-BC90-48AC-9DE3-C3E6116F3784}" sibTransId="{4D329AD7-D675-4B9B-9E97-AFBCC426669D}"/>
    <dgm:cxn modelId="{D21C1DAB-506A-4748-A64C-A238F7ABA2B0}" type="presOf" srcId="{C393A5A8-A904-4DFC-BA55-4BF2BDA305BD}" destId="{DCD44EBD-A0C3-4E41-8456-8053B04B2E4F}" srcOrd="0" destOrd="1" presId="urn:microsoft.com/office/officeart/2005/8/layout/vList2"/>
    <dgm:cxn modelId="{404200AC-7BE5-4355-87E2-22FB896764D7}" srcId="{087273BE-C543-46C3-94CA-0288ABA4AE41}" destId="{B8660B2C-0AD8-4813-90A4-7B5EA5E55011}" srcOrd="1" destOrd="0" parTransId="{A2F01AFD-4C61-46C5-9D78-CB09579E675A}" sibTransId="{CE3D9334-BA9F-4C3D-8332-8AC81776C24E}"/>
    <dgm:cxn modelId="{05BCD3B0-6425-46EB-AC20-C133F5C5F776}" srcId="{6DB52AEF-E7D6-42EE-8F91-4979980BFB11}" destId="{31E6714B-B0A4-43DD-8A94-12CE572CFE93}" srcOrd="3" destOrd="0" parTransId="{9E2BEDEE-ECC6-4C95-8DAF-08EF0094C0E5}" sibTransId="{7318E91F-11D3-416F-BDA8-F5AF149A2675}"/>
    <dgm:cxn modelId="{32404AB3-9246-4D97-A613-86FC1B169572}" type="presOf" srcId="{B8660B2C-0AD8-4813-90A4-7B5EA5E55011}" destId="{CF9BA4F6-F62E-4ED0-9403-5B81E0060CD8}" srcOrd="0" destOrd="1" presId="urn:microsoft.com/office/officeart/2005/8/layout/vList2"/>
    <dgm:cxn modelId="{08EB77B7-E99C-490A-B23D-476450C98680}" type="presOf" srcId="{C73A3EC7-C392-45A4-9A48-717B41BDAA62}" destId="{DCD44EBD-A0C3-4E41-8456-8053B04B2E4F}" srcOrd="0" destOrd="2" presId="urn:microsoft.com/office/officeart/2005/8/layout/vList2"/>
    <dgm:cxn modelId="{EB9A22C2-D0BE-4B97-9606-E1237E455006}" type="presOf" srcId="{6DB52AEF-E7D6-42EE-8F91-4979980BFB11}" destId="{85A9B63E-B106-47EF-BAAF-CE1F8B037B90}" srcOrd="0" destOrd="0" presId="urn:microsoft.com/office/officeart/2005/8/layout/vList2"/>
    <dgm:cxn modelId="{A5DC76C2-84A6-4DD5-8E85-EC0B23600E8E}" srcId="{2F06E235-2441-44DD-A856-B4AE21C940FD}" destId="{6DB52AEF-E7D6-42EE-8F91-4979980BFB11}" srcOrd="1" destOrd="0" parTransId="{9697FF8F-B289-431E-884D-4B8B8F4C4016}" sibTransId="{030EB700-A604-4BE4-9038-163B68DA5D87}"/>
    <dgm:cxn modelId="{5E56ADC6-923D-44A3-99F4-BB00B3055CD7}" type="presOf" srcId="{003D7EF8-6698-4C4B-9703-48775C1A9EFE}" destId="{E6E75C31-E91A-4596-9D7D-E8220A4190D7}" srcOrd="0" destOrd="3" presId="urn:microsoft.com/office/officeart/2005/8/layout/vList2"/>
    <dgm:cxn modelId="{487D4CCC-E4EA-40BE-B1FB-2BD110758798}" srcId="{20DFDCF8-3DDA-49FE-96D4-1423ADD07B08}" destId="{003D7EF8-6698-4C4B-9703-48775C1A9EFE}" srcOrd="3" destOrd="0" parTransId="{8036AAB8-3ECD-4B5C-9DB6-9EFC4649D283}" sibTransId="{CA4D0365-470B-4DCF-BAA4-1F029263932C}"/>
    <dgm:cxn modelId="{D66E85D2-C4E6-4317-A69D-D9E653EFD0F4}" type="presOf" srcId="{792B4C69-255E-453F-A4D7-118536352CEF}" destId="{CF9BA4F6-F62E-4ED0-9403-5B81E0060CD8}" srcOrd="0" destOrd="2" presId="urn:microsoft.com/office/officeart/2005/8/layout/vList2"/>
    <dgm:cxn modelId="{6F0113DC-665D-4D6E-86EF-79E58FC1F83C}" srcId="{2F06E235-2441-44DD-A856-B4AE21C940FD}" destId="{20DFDCF8-3DDA-49FE-96D4-1423ADD07B08}" srcOrd="0" destOrd="0" parTransId="{1C1D95D9-4FED-416B-88DB-03E12919A398}" sibTransId="{4D002E8A-1374-4F98-8CAB-AC5640DD2D60}"/>
    <dgm:cxn modelId="{38D602E3-2B39-45E0-90E6-392BA84F7B81}" srcId="{20DFDCF8-3DDA-49FE-96D4-1423ADD07B08}" destId="{A79DDECC-3298-41EB-8122-DF075486C04D}" srcOrd="2" destOrd="0" parTransId="{06964308-36B5-4BD7-BCCD-88E092AB1C41}" sibTransId="{C4D5CFA8-9D9B-4BFC-8C82-9CEA8038180C}"/>
    <dgm:cxn modelId="{967A10E3-9361-4B73-AA99-EC7505CA9189}" srcId="{20DFDCF8-3DDA-49FE-96D4-1423ADD07B08}" destId="{93F83779-475D-462F-8690-6347E85B0C3F}" srcOrd="1" destOrd="0" parTransId="{C4CF6011-B2DA-459F-8EEE-F25EF05FB8DB}" sibTransId="{C53427E5-613B-4D86-AA55-F510CDFF1E9B}"/>
    <dgm:cxn modelId="{C3FC65EB-87B0-4E50-94BE-6A8B5E71FA6F}" type="presOf" srcId="{20DFDCF8-3DDA-49FE-96D4-1423ADD07B08}" destId="{BD00B3A1-DF3B-4F5B-8ACB-A6CD887D60B2}" srcOrd="0" destOrd="0" presId="urn:microsoft.com/office/officeart/2005/8/layout/vList2"/>
    <dgm:cxn modelId="{4FF3B9FC-C951-4F4A-A035-963BF8FE9140}" srcId="{2F06E235-2441-44DD-A856-B4AE21C940FD}" destId="{087273BE-C543-46C3-94CA-0288ABA4AE41}" srcOrd="2" destOrd="0" parTransId="{50E28308-01C1-436C-BAB8-5B4D86CB936D}" sibTransId="{81A0111D-23D2-469F-A113-6F4FEE177BF1}"/>
    <dgm:cxn modelId="{B494A7F2-6B1B-40A4-AEE7-56CD3BB17305}" type="presParOf" srcId="{22AD9251-2A84-4870-A950-9488173865A3}" destId="{BD00B3A1-DF3B-4F5B-8ACB-A6CD887D60B2}" srcOrd="0" destOrd="0" presId="urn:microsoft.com/office/officeart/2005/8/layout/vList2"/>
    <dgm:cxn modelId="{00C063E4-6399-46DA-B4C1-8288F2E205F7}" type="presParOf" srcId="{22AD9251-2A84-4870-A950-9488173865A3}" destId="{E6E75C31-E91A-4596-9D7D-E8220A4190D7}" srcOrd="1" destOrd="0" presId="urn:microsoft.com/office/officeart/2005/8/layout/vList2"/>
    <dgm:cxn modelId="{5FD17579-B6DB-4023-90B5-72AC0B9425CB}" type="presParOf" srcId="{22AD9251-2A84-4870-A950-9488173865A3}" destId="{85A9B63E-B106-47EF-BAAF-CE1F8B037B90}" srcOrd="2" destOrd="0" presId="urn:microsoft.com/office/officeart/2005/8/layout/vList2"/>
    <dgm:cxn modelId="{C5C4AC7D-6EC2-4B1D-B07D-B3F1A4F80AAC}" type="presParOf" srcId="{22AD9251-2A84-4870-A950-9488173865A3}" destId="{DCD44EBD-A0C3-4E41-8456-8053B04B2E4F}" srcOrd="3" destOrd="0" presId="urn:microsoft.com/office/officeart/2005/8/layout/vList2"/>
    <dgm:cxn modelId="{CC09CF2A-6F9F-403F-A83C-2D4ABC25A2D5}" type="presParOf" srcId="{22AD9251-2A84-4870-A950-9488173865A3}" destId="{8125A9EA-4085-484F-BB11-E402B40827BC}" srcOrd="4" destOrd="0" presId="urn:microsoft.com/office/officeart/2005/8/layout/vList2"/>
    <dgm:cxn modelId="{D168C306-7055-4DFE-925D-13023B2B909D}" type="presParOf" srcId="{22AD9251-2A84-4870-A950-9488173865A3}" destId="{CF9BA4F6-F62E-4ED0-9403-5B81E0060C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06E235-2441-44DD-A856-B4AE21C940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DFDCF8-3DDA-49FE-96D4-1423ADD07B08}">
      <dgm:prSet/>
      <dgm:spPr/>
      <dgm:t>
        <a:bodyPr/>
        <a:lstStyle/>
        <a:p>
          <a:r>
            <a:rPr lang="en-US" b="1"/>
            <a:t>Close to the Basket (Layups)</a:t>
          </a:r>
          <a:endParaRPr lang="en-US"/>
        </a:p>
      </dgm:t>
    </dgm:pt>
    <dgm:pt modelId="{1C1D95D9-4FED-416B-88DB-03E12919A398}" type="parTrans" cxnId="{6F0113DC-665D-4D6E-86EF-79E58FC1F83C}">
      <dgm:prSet/>
      <dgm:spPr/>
      <dgm:t>
        <a:bodyPr/>
        <a:lstStyle/>
        <a:p>
          <a:endParaRPr lang="en-US"/>
        </a:p>
      </dgm:t>
    </dgm:pt>
    <dgm:pt modelId="{4D002E8A-1374-4F98-8CAB-AC5640DD2D60}" type="sibTrans" cxnId="{6F0113DC-665D-4D6E-86EF-79E58FC1F83C}">
      <dgm:prSet/>
      <dgm:spPr/>
      <dgm:t>
        <a:bodyPr/>
        <a:lstStyle/>
        <a:p>
          <a:endParaRPr lang="en-US"/>
        </a:p>
      </dgm:t>
    </dgm:pt>
    <dgm:pt modelId="{23F7A712-AB17-40DF-9799-A804836A3F03}">
      <dgm:prSet/>
      <dgm:spPr/>
      <dgm:t>
        <a:bodyPr/>
        <a:lstStyle/>
        <a:p>
          <a:r>
            <a:rPr lang="en-US" dirty="0"/>
            <a:t>Total FG% = 61.7%</a:t>
          </a:r>
        </a:p>
      </dgm:t>
    </dgm:pt>
    <dgm:pt modelId="{584D2D44-3E71-459A-A635-0DEF7FF4D4D9}" type="parTrans" cxnId="{C16E7568-F54B-492B-9618-089B24994ED3}">
      <dgm:prSet/>
      <dgm:spPr/>
      <dgm:t>
        <a:bodyPr/>
        <a:lstStyle/>
        <a:p>
          <a:endParaRPr lang="en-US"/>
        </a:p>
      </dgm:t>
    </dgm:pt>
    <dgm:pt modelId="{F57DACD4-EB2D-4B4E-A325-F7A475AEA2A0}" type="sibTrans" cxnId="{C16E7568-F54B-492B-9618-089B24994ED3}">
      <dgm:prSet/>
      <dgm:spPr/>
      <dgm:t>
        <a:bodyPr/>
        <a:lstStyle/>
        <a:p>
          <a:endParaRPr lang="en-US"/>
        </a:p>
      </dgm:t>
    </dgm:pt>
    <dgm:pt modelId="{7C1138A6-956F-4DA0-B242-CBD00DCA9475}">
      <dgm:prSet/>
      <dgm:spPr/>
      <dgm:t>
        <a:bodyPr/>
        <a:lstStyle/>
        <a:p>
          <a:r>
            <a:rPr lang="en-US" dirty="0"/>
            <a:t>Right Side = 63.4%</a:t>
          </a:r>
        </a:p>
      </dgm:t>
    </dgm:pt>
    <dgm:pt modelId="{4BCFC27E-B3A2-4037-9381-C32782ED673F}" type="parTrans" cxnId="{990CCFC5-DD54-4C1C-8413-087BF45CA1FF}">
      <dgm:prSet/>
      <dgm:spPr/>
      <dgm:t>
        <a:bodyPr/>
        <a:lstStyle/>
        <a:p>
          <a:endParaRPr lang="en-US"/>
        </a:p>
      </dgm:t>
    </dgm:pt>
    <dgm:pt modelId="{A8CC9413-1A9F-40D6-928E-8D97B85D6108}" type="sibTrans" cxnId="{990CCFC5-DD54-4C1C-8413-087BF45CA1FF}">
      <dgm:prSet/>
      <dgm:spPr/>
      <dgm:t>
        <a:bodyPr/>
        <a:lstStyle/>
        <a:p>
          <a:endParaRPr lang="en-US"/>
        </a:p>
      </dgm:t>
    </dgm:pt>
    <dgm:pt modelId="{EE16B9D4-FA8C-4E0F-BD2D-DE5A2FCF4316}">
      <dgm:prSet/>
      <dgm:spPr/>
      <dgm:t>
        <a:bodyPr/>
        <a:lstStyle/>
        <a:p>
          <a:r>
            <a:rPr lang="en-US" dirty="0"/>
            <a:t>Left Side = 59.3%</a:t>
          </a:r>
        </a:p>
      </dgm:t>
    </dgm:pt>
    <dgm:pt modelId="{1B140721-53D2-4B33-9F7A-4D684B3BE037}" type="parTrans" cxnId="{3332156B-5FE5-40E0-B05E-A09BA7112FDB}">
      <dgm:prSet/>
      <dgm:spPr/>
      <dgm:t>
        <a:bodyPr/>
        <a:lstStyle/>
        <a:p>
          <a:endParaRPr lang="en-US"/>
        </a:p>
      </dgm:t>
    </dgm:pt>
    <dgm:pt modelId="{5F36D64E-F65F-4EAD-885E-07E87C632833}" type="sibTrans" cxnId="{3332156B-5FE5-40E0-B05E-A09BA7112FDB}">
      <dgm:prSet/>
      <dgm:spPr/>
      <dgm:t>
        <a:bodyPr/>
        <a:lstStyle/>
        <a:p>
          <a:endParaRPr lang="en-US"/>
        </a:p>
      </dgm:t>
    </dgm:pt>
    <dgm:pt modelId="{8872FAC5-B67C-46D8-B2D2-1ACE474AD9B4}">
      <dgm:prSet/>
      <dgm:spPr/>
      <dgm:t>
        <a:bodyPr/>
        <a:lstStyle/>
        <a:p>
          <a:r>
            <a:rPr lang="en-US" dirty="0"/>
            <a:t>Goal % = 60%</a:t>
          </a:r>
        </a:p>
      </dgm:t>
    </dgm:pt>
    <dgm:pt modelId="{9AD5B513-304F-4C0E-AF40-F95BA5F7CB72}" type="parTrans" cxnId="{F4D06568-AC9C-4612-8DD3-EBC761CC1522}">
      <dgm:prSet/>
      <dgm:spPr/>
      <dgm:t>
        <a:bodyPr/>
        <a:lstStyle/>
        <a:p>
          <a:endParaRPr lang="en-US"/>
        </a:p>
      </dgm:t>
    </dgm:pt>
    <dgm:pt modelId="{DE74EF28-76DB-490F-AC81-19623EA3B7E4}" type="sibTrans" cxnId="{F4D06568-AC9C-4612-8DD3-EBC761CC1522}">
      <dgm:prSet/>
      <dgm:spPr/>
      <dgm:t>
        <a:bodyPr/>
        <a:lstStyle/>
        <a:p>
          <a:endParaRPr lang="en-US"/>
        </a:p>
      </dgm:t>
    </dgm:pt>
    <dgm:pt modelId="{6DB52AEF-E7D6-42EE-8F91-4979980BFB11}">
      <dgm:prSet/>
      <dgm:spPr/>
      <dgm:t>
        <a:bodyPr/>
        <a:lstStyle/>
        <a:p>
          <a:r>
            <a:rPr lang="en-US" b="1"/>
            <a:t>Midrange</a:t>
          </a:r>
          <a:endParaRPr lang="en-US"/>
        </a:p>
      </dgm:t>
    </dgm:pt>
    <dgm:pt modelId="{9697FF8F-B289-431E-884D-4B8B8F4C4016}" type="parTrans" cxnId="{A5DC76C2-84A6-4DD5-8E85-EC0B23600E8E}">
      <dgm:prSet/>
      <dgm:spPr/>
      <dgm:t>
        <a:bodyPr/>
        <a:lstStyle/>
        <a:p>
          <a:endParaRPr lang="en-US"/>
        </a:p>
      </dgm:t>
    </dgm:pt>
    <dgm:pt modelId="{030EB700-A604-4BE4-9038-163B68DA5D87}" type="sibTrans" cxnId="{A5DC76C2-84A6-4DD5-8E85-EC0B23600E8E}">
      <dgm:prSet/>
      <dgm:spPr/>
      <dgm:t>
        <a:bodyPr/>
        <a:lstStyle/>
        <a:p>
          <a:endParaRPr lang="en-US"/>
        </a:p>
      </dgm:t>
    </dgm:pt>
    <dgm:pt modelId="{96DAD1D0-9379-4CF7-9493-AD839EB910EF}">
      <dgm:prSet/>
      <dgm:spPr/>
      <dgm:t>
        <a:bodyPr/>
        <a:lstStyle/>
        <a:p>
          <a:r>
            <a:rPr lang="en-US" dirty="0"/>
            <a:t>Total FG% = 38.2%</a:t>
          </a:r>
        </a:p>
      </dgm:t>
    </dgm:pt>
    <dgm:pt modelId="{AA9C5A08-BC90-48AC-9DE3-C3E6116F3784}" type="parTrans" cxnId="{84491CA9-2A4E-41F7-86B8-FBC5DCF71B67}">
      <dgm:prSet/>
      <dgm:spPr/>
      <dgm:t>
        <a:bodyPr/>
        <a:lstStyle/>
        <a:p>
          <a:endParaRPr lang="en-US"/>
        </a:p>
      </dgm:t>
    </dgm:pt>
    <dgm:pt modelId="{4D329AD7-D675-4B9B-9E97-AFBCC426669D}" type="sibTrans" cxnId="{84491CA9-2A4E-41F7-86B8-FBC5DCF71B67}">
      <dgm:prSet/>
      <dgm:spPr/>
      <dgm:t>
        <a:bodyPr/>
        <a:lstStyle/>
        <a:p>
          <a:endParaRPr lang="en-US"/>
        </a:p>
      </dgm:t>
    </dgm:pt>
    <dgm:pt modelId="{B039790D-B318-4753-B04D-68F51FA37975}">
      <dgm:prSet/>
      <dgm:spPr/>
      <dgm:t>
        <a:bodyPr/>
        <a:lstStyle/>
        <a:p>
          <a:r>
            <a:rPr lang="en-US" dirty="0"/>
            <a:t>Outside Paint = 35.5%</a:t>
          </a:r>
        </a:p>
      </dgm:t>
    </dgm:pt>
    <dgm:pt modelId="{3939EBDC-19D4-4D6B-9FB5-299AB86B090B}" type="parTrans" cxnId="{A34D61BB-8356-4B45-A5E8-379E56296251}">
      <dgm:prSet/>
      <dgm:spPr/>
      <dgm:t>
        <a:bodyPr/>
        <a:lstStyle/>
        <a:p>
          <a:endParaRPr lang="en-US"/>
        </a:p>
      </dgm:t>
    </dgm:pt>
    <dgm:pt modelId="{F3A252D2-3B46-4D17-A3D7-6039077531AE}" type="sibTrans" cxnId="{A34D61BB-8356-4B45-A5E8-379E56296251}">
      <dgm:prSet/>
      <dgm:spPr/>
      <dgm:t>
        <a:bodyPr/>
        <a:lstStyle/>
        <a:p>
          <a:endParaRPr lang="en-US"/>
        </a:p>
      </dgm:t>
    </dgm:pt>
    <dgm:pt modelId="{D3A4499E-8FDF-4EEC-92A6-2361E7FBDC55}">
      <dgm:prSet/>
      <dgm:spPr/>
      <dgm:t>
        <a:bodyPr/>
        <a:lstStyle/>
        <a:p>
          <a:r>
            <a:rPr lang="en-US" dirty="0"/>
            <a:t>Paint Midrange = 40.2%</a:t>
          </a:r>
        </a:p>
      </dgm:t>
    </dgm:pt>
    <dgm:pt modelId="{27EF0EF4-D933-4DBE-B4DF-4D6261E506D5}" type="parTrans" cxnId="{00C6C69E-4771-4F04-B4F5-DF1C115B862A}">
      <dgm:prSet/>
      <dgm:spPr/>
      <dgm:t>
        <a:bodyPr/>
        <a:lstStyle/>
        <a:p>
          <a:endParaRPr lang="en-US"/>
        </a:p>
      </dgm:t>
    </dgm:pt>
    <dgm:pt modelId="{35DC14B5-B399-41D1-8219-E30D54222A8E}" type="sibTrans" cxnId="{00C6C69E-4771-4F04-B4F5-DF1C115B862A}">
      <dgm:prSet/>
      <dgm:spPr/>
      <dgm:t>
        <a:bodyPr/>
        <a:lstStyle/>
        <a:p>
          <a:endParaRPr lang="en-US"/>
        </a:p>
      </dgm:t>
    </dgm:pt>
    <dgm:pt modelId="{087273BE-C543-46C3-94CA-0288ABA4AE41}">
      <dgm:prSet/>
      <dgm:spPr/>
      <dgm:t>
        <a:bodyPr/>
        <a:lstStyle/>
        <a:p>
          <a:r>
            <a:rPr lang="en-US" b="1" dirty="0"/>
            <a:t>3PTs</a:t>
          </a:r>
          <a:endParaRPr lang="en-US" dirty="0"/>
        </a:p>
      </dgm:t>
    </dgm:pt>
    <dgm:pt modelId="{50E28308-01C1-436C-BAB8-5B4D86CB936D}" type="parTrans" cxnId="{4FF3B9FC-C951-4F4A-A035-963BF8FE9140}">
      <dgm:prSet/>
      <dgm:spPr/>
      <dgm:t>
        <a:bodyPr/>
        <a:lstStyle/>
        <a:p>
          <a:endParaRPr lang="en-US"/>
        </a:p>
      </dgm:t>
    </dgm:pt>
    <dgm:pt modelId="{81A0111D-23D2-469F-A113-6F4FEE177BF1}" type="sibTrans" cxnId="{4FF3B9FC-C951-4F4A-A035-963BF8FE9140}">
      <dgm:prSet/>
      <dgm:spPr/>
      <dgm:t>
        <a:bodyPr/>
        <a:lstStyle/>
        <a:p>
          <a:endParaRPr lang="en-US"/>
        </a:p>
      </dgm:t>
    </dgm:pt>
    <dgm:pt modelId="{3305E6AA-EE62-4BF6-B09E-64C6EF65725A}">
      <dgm:prSet/>
      <dgm:spPr/>
      <dgm:t>
        <a:bodyPr/>
        <a:lstStyle/>
        <a:p>
          <a:r>
            <a:rPr lang="en-US" dirty="0"/>
            <a:t>Total FG% = 30.5%</a:t>
          </a:r>
        </a:p>
      </dgm:t>
    </dgm:pt>
    <dgm:pt modelId="{BB0AC03C-442A-4434-BC12-21B44BCB87AC}" type="parTrans" cxnId="{D3190385-7B01-4A33-A2B4-FC2A4C71198D}">
      <dgm:prSet/>
      <dgm:spPr/>
      <dgm:t>
        <a:bodyPr/>
        <a:lstStyle/>
        <a:p>
          <a:endParaRPr lang="en-US"/>
        </a:p>
      </dgm:t>
    </dgm:pt>
    <dgm:pt modelId="{2569C737-8153-4936-B00C-D198732C9778}" type="sibTrans" cxnId="{D3190385-7B01-4A33-A2B4-FC2A4C71198D}">
      <dgm:prSet/>
      <dgm:spPr/>
      <dgm:t>
        <a:bodyPr/>
        <a:lstStyle/>
        <a:p>
          <a:endParaRPr lang="en-US"/>
        </a:p>
      </dgm:t>
    </dgm:pt>
    <dgm:pt modelId="{DC2FBAB3-CC3F-42DD-A339-6EBFD248AA5A}">
      <dgm:prSet/>
      <dgm:spPr/>
      <dgm:t>
        <a:bodyPr/>
        <a:lstStyle/>
        <a:p>
          <a:r>
            <a:rPr lang="en-US" dirty="0"/>
            <a:t>Goal % = 40%</a:t>
          </a:r>
        </a:p>
      </dgm:t>
    </dgm:pt>
    <dgm:pt modelId="{8AFAD4F4-2D08-406D-B5E5-67BEEDF9507F}" type="parTrans" cxnId="{05EA6CC2-5922-4081-A6FC-D68DBA4CE079}">
      <dgm:prSet/>
      <dgm:spPr/>
      <dgm:t>
        <a:bodyPr/>
        <a:lstStyle/>
        <a:p>
          <a:endParaRPr lang="en-US"/>
        </a:p>
      </dgm:t>
    </dgm:pt>
    <dgm:pt modelId="{F87B7BE6-B71A-4EEE-8E81-01A65E43690D}" type="sibTrans" cxnId="{05EA6CC2-5922-4081-A6FC-D68DBA4CE079}">
      <dgm:prSet/>
      <dgm:spPr/>
      <dgm:t>
        <a:bodyPr/>
        <a:lstStyle/>
        <a:p>
          <a:endParaRPr lang="en-US"/>
        </a:p>
      </dgm:t>
    </dgm:pt>
    <dgm:pt modelId="{B8EBA04E-F5C0-4612-A0DD-5028D797A00C}">
      <dgm:prSet/>
      <dgm:spPr/>
      <dgm:t>
        <a:bodyPr/>
        <a:lstStyle/>
        <a:p>
          <a:r>
            <a:rPr lang="en-US" dirty="0"/>
            <a:t>Goal FG% = 33%</a:t>
          </a:r>
        </a:p>
      </dgm:t>
    </dgm:pt>
    <dgm:pt modelId="{DA11DD66-B9D3-4451-B00B-6792DF9496BE}" type="parTrans" cxnId="{3556DF0E-A0F0-43FA-BAD6-45774D89A385}">
      <dgm:prSet/>
      <dgm:spPr/>
      <dgm:t>
        <a:bodyPr/>
        <a:lstStyle/>
        <a:p>
          <a:endParaRPr lang="en-US"/>
        </a:p>
      </dgm:t>
    </dgm:pt>
    <dgm:pt modelId="{22590680-65E8-4E59-8346-034DFC9A978C}" type="sibTrans" cxnId="{3556DF0E-A0F0-43FA-BAD6-45774D89A385}">
      <dgm:prSet/>
      <dgm:spPr/>
      <dgm:t>
        <a:bodyPr/>
        <a:lstStyle/>
        <a:p>
          <a:endParaRPr lang="en-US"/>
        </a:p>
      </dgm:t>
    </dgm:pt>
    <dgm:pt modelId="{A002337A-5C2E-429D-B2CD-5609ED147E68}">
      <dgm:prSet/>
      <dgm:spPr/>
      <dgm:t>
        <a:bodyPr/>
        <a:lstStyle/>
        <a:p>
          <a:r>
            <a:rPr lang="en-US" dirty="0"/>
            <a:t>Top Key % = 29.6%</a:t>
          </a:r>
        </a:p>
      </dgm:t>
    </dgm:pt>
    <dgm:pt modelId="{29EDF766-20E5-4FCA-B9DC-7E753E527374}" type="parTrans" cxnId="{BDCF736D-DEDB-479E-8562-57C98F5C3F2D}">
      <dgm:prSet/>
      <dgm:spPr/>
      <dgm:t>
        <a:bodyPr/>
        <a:lstStyle/>
        <a:p>
          <a:endParaRPr lang="en-US"/>
        </a:p>
      </dgm:t>
    </dgm:pt>
    <dgm:pt modelId="{AAB93F2F-6309-4186-925D-CBB963B055E4}" type="sibTrans" cxnId="{BDCF736D-DEDB-479E-8562-57C98F5C3F2D}">
      <dgm:prSet/>
      <dgm:spPr/>
      <dgm:t>
        <a:bodyPr/>
        <a:lstStyle/>
        <a:p>
          <a:endParaRPr lang="en-US"/>
        </a:p>
      </dgm:t>
    </dgm:pt>
    <dgm:pt modelId="{37B670CD-34DC-4FBD-BDA6-7AD272C861EB}">
      <dgm:prSet/>
      <dgm:spPr/>
      <dgm:t>
        <a:bodyPr/>
        <a:lstStyle/>
        <a:p>
          <a:r>
            <a:rPr lang="en-US" dirty="0"/>
            <a:t>Wing % = 34.6%</a:t>
          </a:r>
        </a:p>
      </dgm:t>
    </dgm:pt>
    <dgm:pt modelId="{D9907C62-B667-4A5E-887F-D86FFB3DE1EF}" type="parTrans" cxnId="{9F7C5E66-6B57-43F6-B270-6B6AAA60E8CE}">
      <dgm:prSet/>
      <dgm:spPr/>
      <dgm:t>
        <a:bodyPr/>
        <a:lstStyle/>
        <a:p>
          <a:endParaRPr lang="en-US"/>
        </a:p>
      </dgm:t>
    </dgm:pt>
    <dgm:pt modelId="{FD7F919E-7C59-4C38-B88D-740F570DD259}" type="sibTrans" cxnId="{9F7C5E66-6B57-43F6-B270-6B6AAA60E8CE}">
      <dgm:prSet/>
      <dgm:spPr/>
      <dgm:t>
        <a:bodyPr/>
        <a:lstStyle/>
        <a:p>
          <a:endParaRPr lang="en-US"/>
        </a:p>
      </dgm:t>
    </dgm:pt>
    <dgm:pt modelId="{14B91AB3-ECA1-4AE3-AF1B-B8A8AA0D601A}">
      <dgm:prSet/>
      <dgm:spPr/>
      <dgm:t>
        <a:bodyPr/>
        <a:lstStyle/>
        <a:p>
          <a:r>
            <a:rPr lang="en-US" dirty="0"/>
            <a:t>Corner % = 27.6%</a:t>
          </a:r>
        </a:p>
      </dgm:t>
    </dgm:pt>
    <dgm:pt modelId="{B0E3B27B-39E7-4A4A-BC62-5CD824F5771B}" type="parTrans" cxnId="{A71165FC-E5C3-477C-BB37-B5DF06595BCE}">
      <dgm:prSet/>
      <dgm:spPr/>
      <dgm:t>
        <a:bodyPr/>
        <a:lstStyle/>
        <a:p>
          <a:endParaRPr lang="en-US"/>
        </a:p>
      </dgm:t>
    </dgm:pt>
    <dgm:pt modelId="{26970FA8-F9DB-40A2-9E80-EAA04022D19F}" type="sibTrans" cxnId="{A71165FC-E5C3-477C-BB37-B5DF06595BCE}">
      <dgm:prSet/>
      <dgm:spPr/>
      <dgm:t>
        <a:bodyPr/>
        <a:lstStyle/>
        <a:p>
          <a:endParaRPr lang="en-US"/>
        </a:p>
      </dgm:t>
    </dgm:pt>
    <dgm:pt modelId="{22AD9251-2A84-4870-A950-9488173865A3}" type="pres">
      <dgm:prSet presAssocID="{2F06E235-2441-44DD-A856-B4AE21C940FD}" presName="linear" presStyleCnt="0">
        <dgm:presLayoutVars>
          <dgm:animLvl val="lvl"/>
          <dgm:resizeHandles val="exact"/>
        </dgm:presLayoutVars>
      </dgm:prSet>
      <dgm:spPr/>
    </dgm:pt>
    <dgm:pt modelId="{BD00B3A1-DF3B-4F5B-8ACB-A6CD887D60B2}" type="pres">
      <dgm:prSet presAssocID="{20DFDCF8-3DDA-49FE-96D4-1423ADD07B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E75C31-E91A-4596-9D7D-E8220A4190D7}" type="pres">
      <dgm:prSet presAssocID="{20DFDCF8-3DDA-49FE-96D4-1423ADD07B08}" presName="childText" presStyleLbl="revTx" presStyleIdx="0" presStyleCnt="3">
        <dgm:presLayoutVars>
          <dgm:bulletEnabled val="1"/>
        </dgm:presLayoutVars>
      </dgm:prSet>
      <dgm:spPr/>
    </dgm:pt>
    <dgm:pt modelId="{85A9B63E-B106-47EF-BAAF-CE1F8B037B90}" type="pres">
      <dgm:prSet presAssocID="{6DB52AEF-E7D6-42EE-8F91-4979980BFB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D44EBD-A0C3-4E41-8456-8053B04B2E4F}" type="pres">
      <dgm:prSet presAssocID="{6DB52AEF-E7D6-42EE-8F91-4979980BFB11}" presName="childText" presStyleLbl="revTx" presStyleIdx="1" presStyleCnt="3">
        <dgm:presLayoutVars>
          <dgm:bulletEnabled val="1"/>
        </dgm:presLayoutVars>
      </dgm:prSet>
      <dgm:spPr/>
    </dgm:pt>
    <dgm:pt modelId="{8125A9EA-4085-484F-BB11-E402B40827BC}" type="pres">
      <dgm:prSet presAssocID="{087273BE-C543-46C3-94CA-0288ABA4AE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9BA4F6-F62E-4ED0-9403-5B81E0060CD8}" type="pres">
      <dgm:prSet presAssocID="{087273BE-C543-46C3-94CA-0288ABA4AE4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7C79E04-CA47-44BF-A593-16838B0B68AC}" type="presOf" srcId="{3305E6AA-EE62-4BF6-B09E-64C6EF65725A}" destId="{CF9BA4F6-F62E-4ED0-9403-5B81E0060CD8}" srcOrd="0" destOrd="0" presId="urn:microsoft.com/office/officeart/2005/8/layout/vList2"/>
    <dgm:cxn modelId="{6DF8BA05-5D7F-4F63-A563-3D8BDAAEC293}" type="presOf" srcId="{14B91AB3-ECA1-4AE3-AF1B-B8A8AA0D601A}" destId="{CF9BA4F6-F62E-4ED0-9403-5B81E0060CD8}" srcOrd="0" destOrd="3" presId="urn:microsoft.com/office/officeart/2005/8/layout/vList2"/>
    <dgm:cxn modelId="{3556DF0E-A0F0-43FA-BAD6-45774D89A385}" srcId="{087273BE-C543-46C3-94CA-0288ABA4AE41}" destId="{B8EBA04E-F5C0-4612-A0DD-5028D797A00C}" srcOrd="4" destOrd="0" parTransId="{DA11DD66-B9D3-4451-B00B-6792DF9496BE}" sibTransId="{22590680-65E8-4E59-8346-034DFC9A978C}"/>
    <dgm:cxn modelId="{5DE62123-D3E8-4075-B35D-AED437F3F968}" type="presOf" srcId="{96DAD1D0-9379-4CF7-9493-AD839EB910EF}" destId="{DCD44EBD-A0C3-4E41-8456-8053B04B2E4F}" srcOrd="0" destOrd="0" presId="urn:microsoft.com/office/officeart/2005/8/layout/vList2"/>
    <dgm:cxn modelId="{A33DE95D-CEE9-4633-A046-652C88597D78}" type="presOf" srcId="{A002337A-5C2E-429D-B2CD-5609ED147E68}" destId="{CF9BA4F6-F62E-4ED0-9403-5B81E0060CD8}" srcOrd="0" destOrd="1" presId="urn:microsoft.com/office/officeart/2005/8/layout/vList2"/>
    <dgm:cxn modelId="{0E03C361-92AF-47DD-8BFC-119F50C18540}" type="presOf" srcId="{37B670CD-34DC-4FBD-BDA6-7AD272C861EB}" destId="{CF9BA4F6-F62E-4ED0-9403-5B81E0060CD8}" srcOrd="0" destOrd="2" presId="urn:microsoft.com/office/officeart/2005/8/layout/vList2"/>
    <dgm:cxn modelId="{2C120863-032F-456F-8B66-A686F02195A4}" type="presOf" srcId="{EE16B9D4-FA8C-4E0F-BD2D-DE5A2FCF4316}" destId="{E6E75C31-E91A-4596-9D7D-E8220A4190D7}" srcOrd="0" destOrd="2" presId="urn:microsoft.com/office/officeart/2005/8/layout/vList2"/>
    <dgm:cxn modelId="{E830DC63-CFCF-44D2-8AF8-00C9158D0F3F}" type="presOf" srcId="{DC2FBAB3-CC3F-42DD-A339-6EBFD248AA5A}" destId="{DCD44EBD-A0C3-4E41-8456-8053B04B2E4F}" srcOrd="0" destOrd="3" presId="urn:microsoft.com/office/officeart/2005/8/layout/vList2"/>
    <dgm:cxn modelId="{9F7C5E66-6B57-43F6-B270-6B6AAA60E8CE}" srcId="{087273BE-C543-46C3-94CA-0288ABA4AE41}" destId="{37B670CD-34DC-4FBD-BDA6-7AD272C861EB}" srcOrd="2" destOrd="0" parTransId="{D9907C62-B667-4A5E-887F-D86FFB3DE1EF}" sibTransId="{FD7F919E-7C59-4C38-B88D-740F570DD259}"/>
    <dgm:cxn modelId="{940CA866-CDDD-4039-924F-4A89894BBDEF}" type="presOf" srcId="{7C1138A6-956F-4DA0-B242-CBD00DCA9475}" destId="{E6E75C31-E91A-4596-9D7D-E8220A4190D7}" srcOrd="0" destOrd="1" presId="urn:microsoft.com/office/officeart/2005/8/layout/vList2"/>
    <dgm:cxn modelId="{F4D06568-AC9C-4612-8DD3-EBC761CC1522}" srcId="{20DFDCF8-3DDA-49FE-96D4-1423ADD07B08}" destId="{8872FAC5-B67C-46D8-B2D2-1ACE474AD9B4}" srcOrd="3" destOrd="0" parTransId="{9AD5B513-304F-4C0E-AF40-F95BA5F7CB72}" sibTransId="{DE74EF28-76DB-490F-AC81-19623EA3B7E4}"/>
    <dgm:cxn modelId="{C16E7568-F54B-492B-9618-089B24994ED3}" srcId="{20DFDCF8-3DDA-49FE-96D4-1423ADD07B08}" destId="{23F7A712-AB17-40DF-9799-A804836A3F03}" srcOrd="0" destOrd="0" parTransId="{584D2D44-3E71-459A-A635-0DEF7FF4D4D9}" sibTransId="{F57DACD4-EB2D-4B4E-A325-F7A475AEA2A0}"/>
    <dgm:cxn modelId="{3332156B-5FE5-40E0-B05E-A09BA7112FDB}" srcId="{20DFDCF8-3DDA-49FE-96D4-1423ADD07B08}" destId="{EE16B9D4-FA8C-4E0F-BD2D-DE5A2FCF4316}" srcOrd="2" destOrd="0" parTransId="{1B140721-53D2-4B33-9F7A-4D684B3BE037}" sibTransId="{5F36D64E-F65F-4EAD-885E-07E87C632833}"/>
    <dgm:cxn modelId="{BDCF736D-DEDB-479E-8562-57C98F5C3F2D}" srcId="{087273BE-C543-46C3-94CA-0288ABA4AE41}" destId="{A002337A-5C2E-429D-B2CD-5609ED147E68}" srcOrd="1" destOrd="0" parTransId="{29EDF766-20E5-4FCA-B9DC-7E753E527374}" sibTransId="{AAB93F2F-6309-4186-925D-CBB963B055E4}"/>
    <dgm:cxn modelId="{99FFBE4E-B5E7-4BF8-AF2B-D68E5297C984}" type="presOf" srcId="{087273BE-C543-46C3-94CA-0288ABA4AE41}" destId="{8125A9EA-4085-484F-BB11-E402B40827BC}" srcOrd="0" destOrd="0" presId="urn:microsoft.com/office/officeart/2005/8/layout/vList2"/>
    <dgm:cxn modelId="{9E67614F-34C1-4DAD-A084-66FBB5520A5A}" type="presOf" srcId="{8872FAC5-B67C-46D8-B2D2-1ACE474AD9B4}" destId="{E6E75C31-E91A-4596-9D7D-E8220A4190D7}" srcOrd="0" destOrd="3" presId="urn:microsoft.com/office/officeart/2005/8/layout/vList2"/>
    <dgm:cxn modelId="{420BCB72-923B-486B-8834-A8462F67F78B}" type="presOf" srcId="{B039790D-B318-4753-B04D-68F51FA37975}" destId="{DCD44EBD-A0C3-4E41-8456-8053B04B2E4F}" srcOrd="0" destOrd="1" presId="urn:microsoft.com/office/officeart/2005/8/layout/vList2"/>
    <dgm:cxn modelId="{4226FD55-E73C-466B-9FD8-DAEC81336551}" type="presOf" srcId="{23F7A712-AB17-40DF-9799-A804836A3F03}" destId="{E6E75C31-E91A-4596-9D7D-E8220A4190D7}" srcOrd="0" destOrd="0" presId="urn:microsoft.com/office/officeart/2005/8/layout/vList2"/>
    <dgm:cxn modelId="{D800D177-B81E-44F1-87E2-EABDA7D3A8DD}" type="presOf" srcId="{2F06E235-2441-44DD-A856-B4AE21C940FD}" destId="{22AD9251-2A84-4870-A950-9488173865A3}" srcOrd="0" destOrd="0" presId="urn:microsoft.com/office/officeart/2005/8/layout/vList2"/>
    <dgm:cxn modelId="{72D6B379-99A0-4A53-BCC4-CB929F1FFD29}" type="presOf" srcId="{D3A4499E-8FDF-4EEC-92A6-2361E7FBDC55}" destId="{DCD44EBD-A0C3-4E41-8456-8053B04B2E4F}" srcOrd="0" destOrd="2" presId="urn:microsoft.com/office/officeart/2005/8/layout/vList2"/>
    <dgm:cxn modelId="{D3190385-7B01-4A33-A2B4-FC2A4C71198D}" srcId="{087273BE-C543-46C3-94CA-0288ABA4AE41}" destId="{3305E6AA-EE62-4BF6-B09E-64C6EF65725A}" srcOrd="0" destOrd="0" parTransId="{BB0AC03C-442A-4434-BC12-21B44BCB87AC}" sibTransId="{2569C737-8153-4936-B00C-D198732C9778}"/>
    <dgm:cxn modelId="{00C6C69E-4771-4F04-B4F5-DF1C115B862A}" srcId="{6DB52AEF-E7D6-42EE-8F91-4979980BFB11}" destId="{D3A4499E-8FDF-4EEC-92A6-2361E7FBDC55}" srcOrd="2" destOrd="0" parTransId="{27EF0EF4-D933-4DBE-B4DF-4D6261E506D5}" sibTransId="{35DC14B5-B399-41D1-8219-E30D54222A8E}"/>
    <dgm:cxn modelId="{84491CA9-2A4E-41F7-86B8-FBC5DCF71B67}" srcId="{6DB52AEF-E7D6-42EE-8F91-4979980BFB11}" destId="{96DAD1D0-9379-4CF7-9493-AD839EB910EF}" srcOrd="0" destOrd="0" parTransId="{AA9C5A08-BC90-48AC-9DE3-C3E6116F3784}" sibTransId="{4D329AD7-D675-4B9B-9E97-AFBCC426669D}"/>
    <dgm:cxn modelId="{DE331CAA-F9D3-46A2-8789-6E24061F36F2}" type="presOf" srcId="{B8EBA04E-F5C0-4612-A0DD-5028D797A00C}" destId="{CF9BA4F6-F62E-4ED0-9403-5B81E0060CD8}" srcOrd="0" destOrd="4" presId="urn:microsoft.com/office/officeart/2005/8/layout/vList2"/>
    <dgm:cxn modelId="{A34D61BB-8356-4B45-A5E8-379E56296251}" srcId="{6DB52AEF-E7D6-42EE-8F91-4979980BFB11}" destId="{B039790D-B318-4753-B04D-68F51FA37975}" srcOrd="1" destOrd="0" parTransId="{3939EBDC-19D4-4D6B-9FB5-299AB86B090B}" sibTransId="{F3A252D2-3B46-4D17-A3D7-6039077531AE}"/>
    <dgm:cxn modelId="{EB9A22C2-D0BE-4B97-9606-E1237E455006}" type="presOf" srcId="{6DB52AEF-E7D6-42EE-8F91-4979980BFB11}" destId="{85A9B63E-B106-47EF-BAAF-CE1F8B037B90}" srcOrd="0" destOrd="0" presId="urn:microsoft.com/office/officeart/2005/8/layout/vList2"/>
    <dgm:cxn modelId="{05EA6CC2-5922-4081-A6FC-D68DBA4CE079}" srcId="{6DB52AEF-E7D6-42EE-8F91-4979980BFB11}" destId="{DC2FBAB3-CC3F-42DD-A339-6EBFD248AA5A}" srcOrd="3" destOrd="0" parTransId="{8AFAD4F4-2D08-406D-B5E5-67BEEDF9507F}" sibTransId="{F87B7BE6-B71A-4EEE-8E81-01A65E43690D}"/>
    <dgm:cxn modelId="{A5DC76C2-84A6-4DD5-8E85-EC0B23600E8E}" srcId="{2F06E235-2441-44DD-A856-B4AE21C940FD}" destId="{6DB52AEF-E7D6-42EE-8F91-4979980BFB11}" srcOrd="1" destOrd="0" parTransId="{9697FF8F-B289-431E-884D-4B8B8F4C4016}" sibTransId="{030EB700-A604-4BE4-9038-163B68DA5D87}"/>
    <dgm:cxn modelId="{990CCFC5-DD54-4C1C-8413-087BF45CA1FF}" srcId="{20DFDCF8-3DDA-49FE-96D4-1423ADD07B08}" destId="{7C1138A6-956F-4DA0-B242-CBD00DCA9475}" srcOrd="1" destOrd="0" parTransId="{4BCFC27E-B3A2-4037-9381-C32782ED673F}" sibTransId="{A8CC9413-1A9F-40D6-928E-8D97B85D6108}"/>
    <dgm:cxn modelId="{6F0113DC-665D-4D6E-86EF-79E58FC1F83C}" srcId="{2F06E235-2441-44DD-A856-B4AE21C940FD}" destId="{20DFDCF8-3DDA-49FE-96D4-1423ADD07B08}" srcOrd="0" destOrd="0" parTransId="{1C1D95D9-4FED-416B-88DB-03E12919A398}" sibTransId="{4D002E8A-1374-4F98-8CAB-AC5640DD2D60}"/>
    <dgm:cxn modelId="{C3FC65EB-87B0-4E50-94BE-6A8B5E71FA6F}" type="presOf" srcId="{20DFDCF8-3DDA-49FE-96D4-1423ADD07B08}" destId="{BD00B3A1-DF3B-4F5B-8ACB-A6CD887D60B2}" srcOrd="0" destOrd="0" presId="urn:microsoft.com/office/officeart/2005/8/layout/vList2"/>
    <dgm:cxn modelId="{A71165FC-E5C3-477C-BB37-B5DF06595BCE}" srcId="{087273BE-C543-46C3-94CA-0288ABA4AE41}" destId="{14B91AB3-ECA1-4AE3-AF1B-B8A8AA0D601A}" srcOrd="3" destOrd="0" parTransId="{B0E3B27B-39E7-4A4A-BC62-5CD824F5771B}" sibTransId="{26970FA8-F9DB-40A2-9E80-EAA04022D19F}"/>
    <dgm:cxn modelId="{4FF3B9FC-C951-4F4A-A035-963BF8FE9140}" srcId="{2F06E235-2441-44DD-A856-B4AE21C940FD}" destId="{087273BE-C543-46C3-94CA-0288ABA4AE41}" srcOrd="2" destOrd="0" parTransId="{50E28308-01C1-436C-BAB8-5B4D86CB936D}" sibTransId="{81A0111D-23D2-469F-A113-6F4FEE177BF1}"/>
    <dgm:cxn modelId="{B494A7F2-6B1B-40A4-AEE7-56CD3BB17305}" type="presParOf" srcId="{22AD9251-2A84-4870-A950-9488173865A3}" destId="{BD00B3A1-DF3B-4F5B-8ACB-A6CD887D60B2}" srcOrd="0" destOrd="0" presId="urn:microsoft.com/office/officeart/2005/8/layout/vList2"/>
    <dgm:cxn modelId="{00C063E4-6399-46DA-B4C1-8288F2E205F7}" type="presParOf" srcId="{22AD9251-2A84-4870-A950-9488173865A3}" destId="{E6E75C31-E91A-4596-9D7D-E8220A4190D7}" srcOrd="1" destOrd="0" presId="urn:microsoft.com/office/officeart/2005/8/layout/vList2"/>
    <dgm:cxn modelId="{5FD17579-B6DB-4023-90B5-72AC0B9425CB}" type="presParOf" srcId="{22AD9251-2A84-4870-A950-9488173865A3}" destId="{85A9B63E-B106-47EF-BAAF-CE1F8B037B90}" srcOrd="2" destOrd="0" presId="urn:microsoft.com/office/officeart/2005/8/layout/vList2"/>
    <dgm:cxn modelId="{C5C4AC7D-6EC2-4B1D-B07D-B3F1A4F80AAC}" type="presParOf" srcId="{22AD9251-2A84-4870-A950-9488173865A3}" destId="{DCD44EBD-A0C3-4E41-8456-8053B04B2E4F}" srcOrd="3" destOrd="0" presId="urn:microsoft.com/office/officeart/2005/8/layout/vList2"/>
    <dgm:cxn modelId="{CC09CF2A-6F9F-403F-A83C-2D4ABC25A2D5}" type="presParOf" srcId="{22AD9251-2A84-4870-A950-9488173865A3}" destId="{8125A9EA-4085-484F-BB11-E402B40827BC}" srcOrd="4" destOrd="0" presId="urn:microsoft.com/office/officeart/2005/8/layout/vList2"/>
    <dgm:cxn modelId="{D168C306-7055-4DFE-925D-13023B2B909D}" type="presParOf" srcId="{22AD9251-2A84-4870-A950-9488173865A3}" destId="{CF9BA4F6-F62E-4ED0-9403-5B81E0060C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06E235-2441-44DD-A856-B4AE21C940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DFDCF8-3DDA-49FE-96D4-1423ADD07B08}">
      <dgm:prSet/>
      <dgm:spPr/>
      <dgm:t>
        <a:bodyPr/>
        <a:lstStyle/>
        <a:p>
          <a:r>
            <a:rPr lang="en-US" b="1"/>
            <a:t>Close to the Basket (Layups)</a:t>
          </a:r>
          <a:endParaRPr lang="en-US"/>
        </a:p>
      </dgm:t>
    </dgm:pt>
    <dgm:pt modelId="{1C1D95D9-4FED-416B-88DB-03E12919A398}" type="parTrans" cxnId="{6F0113DC-665D-4D6E-86EF-79E58FC1F83C}">
      <dgm:prSet/>
      <dgm:spPr/>
      <dgm:t>
        <a:bodyPr/>
        <a:lstStyle/>
        <a:p>
          <a:endParaRPr lang="en-US"/>
        </a:p>
      </dgm:t>
    </dgm:pt>
    <dgm:pt modelId="{4D002E8A-1374-4F98-8CAB-AC5640DD2D60}" type="sibTrans" cxnId="{6F0113DC-665D-4D6E-86EF-79E58FC1F83C}">
      <dgm:prSet/>
      <dgm:spPr/>
      <dgm:t>
        <a:bodyPr/>
        <a:lstStyle/>
        <a:p>
          <a:endParaRPr lang="en-US"/>
        </a:p>
      </dgm:t>
    </dgm:pt>
    <dgm:pt modelId="{23F7A712-AB17-40DF-9799-A804836A3F03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Shot = 1.23</a:t>
          </a:r>
        </a:p>
      </dgm:t>
    </dgm:pt>
    <dgm:pt modelId="{584D2D44-3E71-459A-A635-0DEF7FF4D4D9}" type="parTrans" cxnId="{C16E7568-F54B-492B-9618-089B24994ED3}">
      <dgm:prSet/>
      <dgm:spPr/>
      <dgm:t>
        <a:bodyPr/>
        <a:lstStyle/>
        <a:p>
          <a:endParaRPr lang="en-US"/>
        </a:p>
      </dgm:t>
    </dgm:pt>
    <dgm:pt modelId="{F57DACD4-EB2D-4B4E-A325-F7A475AEA2A0}" type="sibTrans" cxnId="{C16E7568-F54B-492B-9618-089B24994ED3}">
      <dgm:prSet/>
      <dgm:spPr/>
      <dgm:t>
        <a:bodyPr/>
        <a:lstStyle/>
        <a:p>
          <a:endParaRPr lang="en-US"/>
        </a:p>
      </dgm:t>
    </dgm:pt>
    <dgm:pt modelId="{6DB52AEF-E7D6-42EE-8F91-4979980BFB11}">
      <dgm:prSet/>
      <dgm:spPr/>
      <dgm:t>
        <a:bodyPr/>
        <a:lstStyle/>
        <a:p>
          <a:r>
            <a:rPr lang="en-US" b="1"/>
            <a:t>Midrange</a:t>
          </a:r>
          <a:endParaRPr lang="en-US"/>
        </a:p>
      </dgm:t>
    </dgm:pt>
    <dgm:pt modelId="{9697FF8F-B289-431E-884D-4B8B8F4C4016}" type="parTrans" cxnId="{A5DC76C2-84A6-4DD5-8E85-EC0B23600E8E}">
      <dgm:prSet/>
      <dgm:spPr/>
      <dgm:t>
        <a:bodyPr/>
        <a:lstStyle/>
        <a:p>
          <a:endParaRPr lang="en-US"/>
        </a:p>
      </dgm:t>
    </dgm:pt>
    <dgm:pt modelId="{030EB700-A604-4BE4-9038-163B68DA5D87}" type="sibTrans" cxnId="{A5DC76C2-84A6-4DD5-8E85-EC0B23600E8E}">
      <dgm:prSet/>
      <dgm:spPr/>
      <dgm:t>
        <a:bodyPr/>
        <a:lstStyle/>
        <a:p>
          <a:endParaRPr lang="en-US"/>
        </a:p>
      </dgm:t>
    </dgm:pt>
    <dgm:pt modelId="{96DAD1D0-9379-4CF7-9493-AD839EB910EF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Midrange = 0.76</a:t>
          </a:r>
        </a:p>
      </dgm:t>
    </dgm:pt>
    <dgm:pt modelId="{AA9C5A08-BC90-48AC-9DE3-C3E6116F3784}" type="parTrans" cxnId="{84491CA9-2A4E-41F7-86B8-FBC5DCF71B67}">
      <dgm:prSet/>
      <dgm:spPr/>
      <dgm:t>
        <a:bodyPr/>
        <a:lstStyle/>
        <a:p>
          <a:endParaRPr lang="en-US"/>
        </a:p>
      </dgm:t>
    </dgm:pt>
    <dgm:pt modelId="{4D329AD7-D675-4B9B-9E97-AFBCC426669D}" type="sibTrans" cxnId="{84491CA9-2A4E-41F7-86B8-FBC5DCF71B67}">
      <dgm:prSet/>
      <dgm:spPr/>
      <dgm:t>
        <a:bodyPr/>
        <a:lstStyle/>
        <a:p>
          <a:endParaRPr lang="en-US"/>
        </a:p>
      </dgm:t>
    </dgm:pt>
    <dgm:pt modelId="{087273BE-C543-46C3-94CA-0288ABA4AE41}">
      <dgm:prSet/>
      <dgm:spPr/>
      <dgm:t>
        <a:bodyPr/>
        <a:lstStyle/>
        <a:p>
          <a:r>
            <a:rPr lang="en-US" b="1" dirty="0"/>
            <a:t>3PTs</a:t>
          </a:r>
          <a:endParaRPr lang="en-US" dirty="0"/>
        </a:p>
      </dgm:t>
    </dgm:pt>
    <dgm:pt modelId="{50E28308-01C1-436C-BAB8-5B4D86CB936D}" type="parTrans" cxnId="{4FF3B9FC-C951-4F4A-A035-963BF8FE9140}">
      <dgm:prSet/>
      <dgm:spPr/>
      <dgm:t>
        <a:bodyPr/>
        <a:lstStyle/>
        <a:p>
          <a:endParaRPr lang="en-US"/>
        </a:p>
      </dgm:t>
    </dgm:pt>
    <dgm:pt modelId="{81A0111D-23D2-469F-A113-6F4FEE177BF1}" type="sibTrans" cxnId="{4FF3B9FC-C951-4F4A-A035-963BF8FE9140}">
      <dgm:prSet/>
      <dgm:spPr/>
      <dgm:t>
        <a:bodyPr/>
        <a:lstStyle/>
        <a:p>
          <a:endParaRPr lang="en-US"/>
        </a:p>
      </dgm:t>
    </dgm:pt>
    <dgm:pt modelId="{3305E6AA-EE62-4BF6-B09E-64C6EF65725A}">
      <dgm:prSet/>
      <dgm:spPr/>
      <dgm:t>
        <a:bodyPr/>
        <a:lstStyle/>
        <a:p>
          <a:r>
            <a:rPr lang="en-US" dirty="0" err="1"/>
            <a:t>xPoints</a:t>
          </a:r>
          <a:r>
            <a:rPr lang="en-US" dirty="0"/>
            <a:t> per 3PT = 0.915</a:t>
          </a:r>
        </a:p>
      </dgm:t>
    </dgm:pt>
    <dgm:pt modelId="{BB0AC03C-442A-4434-BC12-21B44BCB87AC}" type="parTrans" cxnId="{D3190385-7B01-4A33-A2B4-FC2A4C71198D}">
      <dgm:prSet/>
      <dgm:spPr/>
      <dgm:t>
        <a:bodyPr/>
        <a:lstStyle/>
        <a:p>
          <a:endParaRPr lang="en-US"/>
        </a:p>
      </dgm:t>
    </dgm:pt>
    <dgm:pt modelId="{2569C737-8153-4936-B00C-D198732C9778}" type="sibTrans" cxnId="{D3190385-7B01-4A33-A2B4-FC2A4C71198D}">
      <dgm:prSet/>
      <dgm:spPr/>
      <dgm:t>
        <a:bodyPr/>
        <a:lstStyle/>
        <a:p>
          <a:endParaRPr lang="en-US"/>
        </a:p>
      </dgm:t>
    </dgm:pt>
    <dgm:pt modelId="{93F83779-475D-462F-8690-6347E85B0C3F}">
      <dgm:prSet/>
      <dgm:spPr/>
      <dgm:t>
        <a:bodyPr/>
        <a:lstStyle/>
        <a:p>
          <a:r>
            <a:rPr lang="en-US" dirty="0"/>
            <a:t>Weakness: -4% from Left Side to Right Side (Confirms Game)</a:t>
          </a:r>
        </a:p>
      </dgm:t>
    </dgm:pt>
    <dgm:pt modelId="{C4CF6011-B2DA-459F-8EEE-F25EF05FB8DB}" type="parTrans" cxnId="{967A10E3-9361-4B73-AA99-EC7505CA9189}">
      <dgm:prSet/>
      <dgm:spPr/>
      <dgm:t>
        <a:bodyPr/>
        <a:lstStyle/>
        <a:p>
          <a:endParaRPr lang="en-US"/>
        </a:p>
      </dgm:t>
    </dgm:pt>
    <dgm:pt modelId="{C53427E5-613B-4D86-AA55-F510CDFF1E9B}" type="sibTrans" cxnId="{967A10E3-9361-4B73-AA99-EC7505CA9189}">
      <dgm:prSet/>
      <dgm:spPr/>
      <dgm:t>
        <a:bodyPr/>
        <a:lstStyle/>
        <a:p>
          <a:endParaRPr lang="en-US"/>
        </a:p>
      </dgm:t>
    </dgm:pt>
    <dgm:pt modelId="{C393A5A8-A904-4DFC-BA55-4BF2BDA305BD}">
      <dgm:prSet/>
      <dgm:spPr/>
      <dgm:t>
        <a:bodyPr/>
        <a:lstStyle/>
        <a:p>
          <a:r>
            <a:rPr lang="en-US" dirty="0"/>
            <a:t>Weakness: Wing Midrange</a:t>
          </a:r>
        </a:p>
      </dgm:t>
    </dgm:pt>
    <dgm:pt modelId="{896A67AC-BDA9-4E77-B797-EBBA5AC4B465}" type="parTrans" cxnId="{AC12E733-F365-49CA-8C2C-5C8397BA9D7F}">
      <dgm:prSet/>
      <dgm:spPr/>
      <dgm:t>
        <a:bodyPr/>
        <a:lstStyle/>
        <a:p>
          <a:endParaRPr lang="en-US"/>
        </a:p>
      </dgm:t>
    </dgm:pt>
    <dgm:pt modelId="{0294C619-E96F-4C16-836A-3FDED81E407E}" type="sibTrans" cxnId="{AC12E733-F365-49CA-8C2C-5C8397BA9D7F}">
      <dgm:prSet/>
      <dgm:spPr/>
      <dgm:t>
        <a:bodyPr/>
        <a:lstStyle/>
        <a:p>
          <a:endParaRPr lang="en-US"/>
        </a:p>
      </dgm:t>
    </dgm:pt>
    <dgm:pt modelId="{B8660B2C-0AD8-4813-90A4-7B5EA5E55011}">
      <dgm:prSet/>
      <dgm:spPr/>
      <dgm:t>
        <a:bodyPr/>
        <a:lstStyle/>
        <a:p>
          <a:r>
            <a:rPr lang="en-US" dirty="0"/>
            <a:t>Weakness: Right Corner + Top of Key (Confirms from Game Stats)</a:t>
          </a:r>
        </a:p>
      </dgm:t>
    </dgm:pt>
    <dgm:pt modelId="{A2F01AFD-4C61-46C5-9D78-CB09579E675A}" type="parTrans" cxnId="{404200AC-7BE5-4355-87E2-22FB896764D7}">
      <dgm:prSet/>
      <dgm:spPr/>
      <dgm:t>
        <a:bodyPr/>
        <a:lstStyle/>
        <a:p>
          <a:endParaRPr lang="en-US"/>
        </a:p>
      </dgm:t>
    </dgm:pt>
    <dgm:pt modelId="{CE3D9334-BA9F-4C3D-8332-8AC81776C24E}" type="sibTrans" cxnId="{404200AC-7BE5-4355-87E2-22FB896764D7}">
      <dgm:prSet/>
      <dgm:spPr/>
      <dgm:t>
        <a:bodyPr/>
        <a:lstStyle/>
        <a:p>
          <a:endParaRPr lang="en-US"/>
        </a:p>
      </dgm:t>
    </dgm:pt>
    <dgm:pt modelId="{A79DDECC-3298-41EB-8122-DF075486C04D}">
      <dgm:prSet/>
      <dgm:spPr/>
      <dgm:t>
        <a:bodyPr/>
        <a:lstStyle/>
        <a:p>
          <a:endParaRPr lang="en-US" dirty="0"/>
        </a:p>
      </dgm:t>
    </dgm:pt>
    <dgm:pt modelId="{06964308-36B5-4BD7-BCCD-88E092AB1C41}" type="parTrans" cxnId="{38D602E3-2B39-45E0-90E6-392BA84F7B81}">
      <dgm:prSet/>
      <dgm:spPr/>
      <dgm:t>
        <a:bodyPr/>
        <a:lstStyle/>
        <a:p>
          <a:endParaRPr lang="en-US"/>
        </a:p>
      </dgm:t>
    </dgm:pt>
    <dgm:pt modelId="{C4D5CFA8-9D9B-4BFC-8C82-9CEA8038180C}" type="sibTrans" cxnId="{38D602E3-2B39-45E0-90E6-392BA84F7B81}">
      <dgm:prSet/>
      <dgm:spPr/>
      <dgm:t>
        <a:bodyPr/>
        <a:lstStyle/>
        <a:p>
          <a:endParaRPr lang="en-US"/>
        </a:p>
      </dgm:t>
    </dgm:pt>
    <dgm:pt modelId="{C73A3EC7-C392-45A4-9A48-717B41BDAA62}">
      <dgm:prSet/>
      <dgm:spPr/>
      <dgm:t>
        <a:bodyPr/>
        <a:lstStyle/>
        <a:p>
          <a:endParaRPr lang="en-US" dirty="0"/>
        </a:p>
      </dgm:t>
    </dgm:pt>
    <dgm:pt modelId="{42659D2C-B46A-40D9-9547-6332C271564D}" type="parTrans" cxnId="{C1C02515-EBBC-4517-A582-A426C3265DCD}">
      <dgm:prSet/>
      <dgm:spPr/>
      <dgm:t>
        <a:bodyPr/>
        <a:lstStyle/>
        <a:p>
          <a:endParaRPr lang="en-US"/>
        </a:p>
      </dgm:t>
    </dgm:pt>
    <dgm:pt modelId="{238A3772-2F97-460B-BE61-0A1D5F022A39}" type="sibTrans" cxnId="{C1C02515-EBBC-4517-A582-A426C3265DCD}">
      <dgm:prSet/>
      <dgm:spPr/>
      <dgm:t>
        <a:bodyPr/>
        <a:lstStyle/>
        <a:p>
          <a:endParaRPr lang="en-US"/>
        </a:p>
      </dgm:t>
    </dgm:pt>
    <dgm:pt modelId="{792B4C69-255E-453F-A4D7-118536352CEF}">
      <dgm:prSet/>
      <dgm:spPr/>
      <dgm:t>
        <a:bodyPr/>
        <a:lstStyle/>
        <a:p>
          <a:endParaRPr lang="en-US" dirty="0"/>
        </a:p>
      </dgm:t>
    </dgm:pt>
    <dgm:pt modelId="{1300FE01-DF04-488F-B6A0-4DC51779C321}" type="parTrans" cxnId="{1E1AA776-E7BC-4BF9-B935-D8537052EEF4}">
      <dgm:prSet/>
      <dgm:spPr/>
      <dgm:t>
        <a:bodyPr/>
        <a:lstStyle/>
        <a:p>
          <a:endParaRPr lang="en-US"/>
        </a:p>
      </dgm:t>
    </dgm:pt>
    <dgm:pt modelId="{B6D15830-77A1-4278-ADD3-45D58E349714}" type="sibTrans" cxnId="{1E1AA776-E7BC-4BF9-B935-D8537052EEF4}">
      <dgm:prSet/>
      <dgm:spPr/>
      <dgm:t>
        <a:bodyPr/>
        <a:lstStyle/>
        <a:p>
          <a:endParaRPr lang="en-US"/>
        </a:p>
      </dgm:t>
    </dgm:pt>
    <dgm:pt modelId="{8BDD295F-560B-4D95-AD90-F795E4D69C2D}">
      <dgm:prSet/>
      <dgm:spPr/>
      <dgm:t>
        <a:bodyPr/>
        <a:lstStyle/>
        <a:p>
          <a:r>
            <a:rPr lang="en-US" dirty="0"/>
            <a:t>Outside Paint: Better % than Game</a:t>
          </a:r>
        </a:p>
      </dgm:t>
    </dgm:pt>
    <dgm:pt modelId="{EE2B1774-2D45-496B-8E1B-DF0B227413E2}" type="parTrans" cxnId="{A78F8ACA-E62D-454C-B362-E44BA562032B}">
      <dgm:prSet/>
      <dgm:spPr/>
      <dgm:t>
        <a:bodyPr/>
        <a:lstStyle/>
        <a:p>
          <a:endParaRPr lang="en-US"/>
        </a:p>
      </dgm:t>
    </dgm:pt>
    <dgm:pt modelId="{82D1827B-81C1-4E66-9601-3C8B912BCCFE}" type="sibTrans" cxnId="{A78F8ACA-E62D-454C-B362-E44BA562032B}">
      <dgm:prSet/>
      <dgm:spPr/>
      <dgm:t>
        <a:bodyPr/>
        <a:lstStyle/>
        <a:p>
          <a:endParaRPr lang="en-US"/>
        </a:p>
      </dgm:t>
    </dgm:pt>
    <dgm:pt modelId="{22AD9251-2A84-4870-A950-9488173865A3}" type="pres">
      <dgm:prSet presAssocID="{2F06E235-2441-44DD-A856-B4AE21C940FD}" presName="linear" presStyleCnt="0">
        <dgm:presLayoutVars>
          <dgm:animLvl val="lvl"/>
          <dgm:resizeHandles val="exact"/>
        </dgm:presLayoutVars>
      </dgm:prSet>
      <dgm:spPr/>
    </dgm:pt>
    <dgm:pt modelId="{BD00B3A1-DF3B-4F5B-8ACB-A6CD887D60B2}" type="pres">
      <dgm:prSet presAssocID="{20DFDCF8-3DDA-49FE-96D4-1423ADD07B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E75C31-E91A-4596-9D7D-E8220A4190D7}" type="pres">
      <dgm:prSet presAssocID="{20DFDCF8-3DDA-49FE-96D4-1423ADD07B08}" presName="childText" presStyleLbl="revTx" presStyleIdx="0" presStyleCnt="3">
        <dgm:presLayoutVars>
          <dgm:bulletEnabled val="1"/>
        </dgm:presLayoutVars>
      </dgm:prSet>
      <dgm:spPr/>
    </dgm:pt>
    <dgm:pt modelId="{85A9B63E-B106-47EF-BAAF-CE1F8B037B90}" type="pres">
      <dgm:prSet presAssocID="{6DB52AEF-E7D6-42EE-8F91-4979980BFB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D44EBD-A0C3-4E41-8456-8053B04B2E4F}" type="pres">
      <dgm:prSet presAssocID="{6DB52AEF-E7D6-42EE-8F91-4979980BFB11}" presName="childText" presStyleLbl="revTx" presStyleIdx="1" presStyleCnt="3">
        <dgm:presLayoutVars>
          <dgm:bulletEnabled val="1"/>
        </dgm:presLayoutVars>
      </dgm:prSet>
      <dgm:spPr/>
    </dgm:pt>
    <dgm:pt modelId="{8125A9EA-4085-484F-BB11-E402B40827BC}" type="pres">
      <dgm:prSet presAssocID="{087273BE-C543-46C3-94CA-0288ABA4AE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9BA4F6-F62E-4ED0-9403-5B81E0060CD8}" type="pres">
      <dgm:prSet presAssocID="{087273BE-C543-46C3-94CA-0288ABA4AE4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7C79E04-CA47-44BF-A593-16838B0B68AC}" type="presOf" srcId="{3305E6AA-EE62-4BF6-B09E-64C6EF65725A}" destId="{CF9BA4F6-F62E-4ED0-9403-5B81E0060CD8}" srcOrd="0" destOrd="0" presId="urn:microsoft.com/office/officeart/2005/8/layout/vList2"/>
    <dgm:cxn modelId="{C1C02515-EBBC-4517-A582-A426C3265DCD}" srcId="{6DB52AEF-E7D6-42EE-8F91-4979980BFB11}" destId="{C73A3EC7-C392-45A4-9A48-717B41BDAA62}" srcOrd="3" destOrd="0" parTransId="{42659D2C-B46A-40D9-9547-6332C271564D}" sibTransId="{238A3772-2F97-460B-BE61-0A1D5F022A39}"/>
    <dgm:cxn modelId="{3F9E8C18-F8B1-4567-9A52-7CD917A1C048}" type="presOf" srcId="{A79DDECC-3298-41EB-8122-DF075486C04D}" destId="{E6E75C31-E91A-4596-9D7D-E8220A4190D7}" srcOrd="0" destOrd="2" presId="urn:microsoft.com/office/officeart/2005/8/layout/vList2"/>
    <dgm:cxn modelId="{5DE62123-D3E8-4075-B35D-AED437F3F968}" type="presOf" srcId="{96DAD1D0-9379-4CF7-9493-AD839EB910EF}" destId="{DCD44EBD-A0C3-4E41-8456-8053B04B2E4F}" srcOrd="0" destOrd="0" presId="urn:microsoft.com/office/officeart/2005/8/layout/vList2"/>
    <dgm:cxn modelId="{AC12E733-F365-49CA-8C2C-5C8397BA9D7F}" srcId="{6DB52AEF-E7D6-42EE-8F91-4979980BFB11}" destId="{C393A5A8-A904-4DFC-BA55-4BF2BDA305BD}" srcOrd="1" destOrd="0" parTransId="{896A67AC-BDA9-4E77-B797-EBBA5AC4B465}" sibTransId="{0294C619-E96F-4C16-836A-3FDED81E407E}"/>
    <dgm:cxn modelId="{C16E7568-F54B-492B-9618-089B24994ED3}" srcId="{20DFDCF8-3DDA-49FE-96D4-1423ADD07B08}" destId="{23F7A712-AB17-40DF-9799-A804836A3F03}" srcOrd="0" destOrd="0" parTransId="{584D2D44-3E71-459A-A635-0DEF7FF4D4D9}" sibTransId="{F57DACD4-EB2D-4B4E-A325-F7A475AEA2A0}"/>
    <dgm:cxn modelId="{99FFBE4E-B5E7-4BF8-AF2B-D68E5297C984}" type="presOf" srcId="{087273BE-C543-46C3-94CA-0288ABA4AE41}" destId="{8125A9EA-4085-484F-BB11-E402B40827BC}" srcOrd="0" destOrd="0" presId="urn:microsoft.com/office/officeart/2005/8/layout/vList2"/>
    <dgm:cxn modelId="{E19D746F-63E6-4B31-ADCF-4D6E8D41AC0D}" type="presOf" srcId="{8BDD295F-560B-4D95-AD90-F795E4D69C2D}" destId="{DCD44EBD-A0C3-4E41-8456-8053B04B2E4F}" srcOrd="0" destOrd="2" presId="urn:microsoft.com/office/officeart/2005/8/layout/vList2"/>
    <dgm:cxn modelId="{B6B0F975-0A50-4C02-BE61-B42DAFD84A9E}" type="presOf" srcId="{93F83779-475D-462F-8690-6347E85B0C3F}" destId="{E6E75C31-E91A-4596-9D7D-E8220A4190D7}" srcOrd="0" destOrd="1" presId="urn:microsoft.com/office/officeart/2005/8/layout/vList2"/>
    <dgm:cxn modelId="{4226FD55-E73C-466B-9FD8-DAEC81336551}" type="presOf" srcId="{23F7A712-AB17-40DF-9799-A804836A3F03}" destId="{E6E75C31-E91A-4596-9D7D-E8220A4190D7}" srcOrd="0" destOrd="0" presId="urn:microsoft.com/office/officeart/2005/8/layout/vList2"/>
    <dgm:cxn modelId="{1E1AA776-E7BC-4BF9-B935-D8537052EEF4}" srcId="{087273BE-C543-46C3-94CA-0288ABA4AE41}" destId="{792B4C69-255E-453F-A4D7-118536352CEF}" srcOrd="2" destOrd="0" parTransId="{1300FE01-DF04-488F-B6A0-4DC51779C321}" sibTransId="{B6D15830-77A1-4278-ADD3-45D58E349714}"/>
    <dgm:cxn modelId="{D800D177-B81E-44F1-87E2-EABDA7D3A8DD}" type="presOf" srcId="{2F06E235-2441-44DD-A856-B4AE21C940FD}" destId="{22AD9251-2A84-4870-A950-9488173865A3}" srcOrd="0" destOrd="0" presId="urn:microsoft.com/office/officeart/2005/8/layout/vList2"/>
    <dgm:cxn modelId="{D3190385-7B01-4A33-A2B4-FC2A4C71198D}" srcId="{087273BE-C543-46C3-94CA-0288ABA4AE41}" destId="{3305E6AA-EE62-4BF6-B09E-64C6EF65725A}" srcOrd="0" destOrd="0" parTransId="{BB0AC03C-442A-4434-BC12-21B44BCB87AC}" sibTransId="{2569C737-8153-4936-B00C-D198732C9778}"/>
    <dgm:cxn modelId="{84491CA9-2A4E-41F7-86B8-FBC5DCF71B67}" srcId="{6DB52AEF-E7D6-42EE-8F91-4979980BFB11}" destId="{96DAD1D0-9379-4CF7-9493-AD839EB910EF}" srcOrd="0" destOrd="0" parTransId="{AA9C5A08-BC90-48AC-9DE3-C3E6116F3784}" sibTransId="{4D329AD7-D675-4B9B-9E97-AFBCC426669D}"/>
    <dgm:cxn modelId="{D21C1DAB-506A-4748-A64C-A238F7ABA2B0}" type="presOf" srcId="{C393A5A8-A904-4DFC-BA55-4BF2BDA305BD}" destId="{DCD44EBD-A0C3-4E41-8456-8053B04B2E4F}" srcOrd="0" destOrd="1" presId="urn:microsoft.com/office/officeart/2005/8/layout/vList2"/>
    <dgm:cxn modelId="{404200AC-7BE5-4355-87E2-22FB896764D7}" srcId="{087273BE-C543-46C3-94CA-0288ABA4AE41}" destId="{B8660B2C-0AD8-4813-90A4-7B5EA5E55011}" srcOrd="1" destOrd="0" parTransId="{A2F01AFD-4C61-46C5-9D78-CB09579E675A}" sibTransId="{CE3D9334-BA9F-4C3D-8332-8AC81776C24E}"/>
    <dgm:cxn modelId="{32404AB3-9246-4D97-A613-86FC1B169572}" type="presOf" srcId="{B8660B2C-0AD8-4813-90A4-7B5EA5E55011}" destId="{CF9BA4F6-F62E-4ED0-9403-5B81E0060CD8}" srcOrd="0" destOrd="1" presId="urn:microsoft.com/office/officeart/2005/8/layout/vList2"/>
    <dgm:cxn modelId="{08EB77B7-E99C-490A-B23D-476450C98680}" type="presOf" srcId="{C73A3EC7-C392-45A4-9A48-717B41BDAA62}" destId="{DCD44EBD-A0C3-4E41-8456-8053B04B2E4F}" srcOrd="0" destOrd="3" presId="urn:microsoft.com/office/officeart/2005/8/layout/vList2"/>
    <dgm:cxn modelId="{EB9A22C2-D0BE-4B97-9606-E1237E455006}" type="presOf" srcId="{6DB52AEF-E7D6-42EE-8F91-4979980BFB11}" destId="{85A9B63E-B106-47EF-BAAF-CE1F8B037B90}" srcOrd="0" destOrd="0" presId="urn:microsoft.com/office/officeart/2005/8/layout/vList2"/>
    <dgm:cxn modelId="{A5DC76C2-84A6-4DD5-8E85-EC0B23600E8E}" srcId="{2F06E235-2441-44DD-A856-B4AE21C940FD}" destId="{6DB52AEF-E7D6-42EE-8F91-4979980BFB11}" srcOrd="1" destOrd="0" parTransId="{9697FF8F-B289-431E-884D-4B8B8F4C4016}" sibTransId="{030EB700-A604-4BE4-9038-163B68DA5D87}"/>
    <dgm:cxn modelId="{A78F8ACA-E62D-454C-B362-E44BA562032B}" srcId="{6DB52AEF-E7D6-42EE-8F91-4979980BFB11}" destId="{8BDD295F-560B-4D95-AD90-F795E4D69C2D}" srcOrd="2" destOrd="0" parTransId="{EE2B1774-2D45-496B-8E1B-DF0B227413E2}" sibTransId="{82D1827B-81C1-4E66-9601-3C8B912BCCFE}"/>
    <dgm:cxn modelId="{D66E85D2-C4E6-4317-A69D-D9E653EFD0F4}" type="presOf" srcId="{792B4C69-255E-453F-A4D7-118536352CEF}" destId="{CF9BA4F6-F62E-4ED0-9403-5B81E0060CD8}" srcOrd="0" destOrd="2" presId="urn:microsoft.com/office/officeart/2005/8/layout/vList2"/>
    <dgm:cxn modelId="{6F0113DC-665D-4D6E-86EF-79E58FC1F83C}" srcId="{2F06E235-2441-44DD-A856-B4AE21C940FD}" destId="{20DFDCF8-3DDA-49FE-96D4-1423ADD07B08}" srcOrd="0" destOrd="0" parTransId="{1C1D95D9-4FED-416B-88DB-03E12919A398}" sibTransId="{4D002E8A-1374-4F98-8CAB-AC5640DD2D60}"/>
    <dgm:cxn modelId="{38D602E3-2B39-45E0-90E6-392BA84F7B81}" srcId="{20DFDCF8-3DDA-49FE-96D4-1423ADD07B08}" destId="{A79DDECC-3298-41EB-8122-DF075486C04D}" srcOrd="2" destOrd="0" parTransId="{06964308-36B5-4BD7-BCCD-88E092AB1C41}" sibTransId="{C4D5CFA8-9D9B-4BFC-8C82-9CEA8038180C}"/>
    <dgm:cxn modelId="{967A10E3-9361-4B73-AA99-EC7505CA9189}" srcId="{20DFDCF8-3DDA-49FE-96D4-1423ADD07B08}" destId="{93F83779-475D-462F-8690-6347E85B0C3F}" srcOrd="1" destOrd="0" parTransId="{C4CF6011-B2DA-459F-8EEE-F25EF05FB8DB}" sibTransId="{C53427E5-613B-4D86-AA55-F510CDFF1E9B}"/>
    <dgm:cxn modelId="{C3FC65EB-87B0-4E50-94BE-6A8B5E71FA6F}" type="presOf" srcId="{20DFDCF8-3DDA-49FE-96D4-1423ADD07B08}" destId="{BD00B3A1-DF3B-4F5B-8ACB-A6CD887D60B2}" srcOrd="0" destOrd="0" presId="urn:microsoft.com/office/officeart/2005/8/layout/vList2"/>
    <dgm:cxn modelId="{4FF3B9FC-C951-4F4A-A035-963BF8FE9140}" srcId="{2F06E235-2441-44DD-A856-B4AE21C940FD}" destId="{087273BE-C543-46C3-94CA-0288ABA4AE41}" srcOrd="2" destOrd="0" parTransId="{50E28308-01C1-436C-BAB8-5B4D86CB936D}" sibTransId="{81A0111D-23D2-469F-A113-6F4FEE177BF1}"/>
    <dgm:cxn modelId="{B494A7F2-6B1B-40A4-AEE7-56CD3BB17305}" type="presParOf" srcId="{22AD9251-2A84-4870-A950-9488173865A3}" destId="{BD00B3A1-DF3B-4F5B-8ACB-A6CD887D60B2}" srcOrd="0" destOrd="0" presId="urn:microsoft.com/office/officeart/2005/8/layout/vList2"/>
    <dgm:cxn modelId="{00C063E4-6399-46DA-B4C1-8288F2E205F7}" type="presParOf" srcId="{22AD9251-2A84-4870-A950-9488173865A3}" destId="{E6E75C31-E91A-4596-9D7D-E8220A4190D7}" srcOrd="1" destOrd="0" presId="urn:microsoft.com/office/officeart/2005/8/layout/vList2"/>
    <dgm:cxn modelId="{5FD17579-B6DB-4023-90B5-72AC0B9425CB}" type="presParOf" srcId="{22AD9251-2A84-4870-A950-9488173865A3}" destId="{85A9B63E-B106-47EF-BAAF-CE1F8B037B90}" srcOrd="2" destOrd="0" presId="urn:microsoft.com/office/officeart/2005/8/layout/vList2"/>
    <dgm:cxn modelId="{C5C4AC7D-6EC2-4B1D-B07D-B3F1A4F80AAC}" type="presParOf" srcId="{22AD9251-2A84-4870-A950-9488173865A3}" destId="{DCD44EBD-A0C3-4E41-8456-8053B04B2E4F}" srcOrd="3" destOrd="0" presId="urn:microsoft.com/office/officeart/2005/8/layout/vList2"/>
    <dgm:cxn modelId="{CC09CF2A-6F9F-403F-A83C-2D4ABC25A2D5}" type="presParOf" srcId="{22AD9251-2A84-4870-A950-9488173865A3}" destId="{8125A9EA-4085-484F-BB11-E402B40827BC}" srcOrd="4" destOrd="0" presId="urn:microsoft.com/office/officeart/2005/8/layout/vList2"/>
    <dgm:cxn modelId="{D168C306-7055-4DFE-925D-13023B2B909D}" type="presParOf" srcId="{22AD9251-2A84-4870-A950-9488173865A3}" destId="{CF9BA4F6-F62E-4ED0-9403-5B81E0060C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9E4C43-98E7-40E9-A55F-D5267E82807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B2074F-A761-486A-8DAE-663A1851AFB4}">
      <dgm:prSet/>
      <dgm:spPr/>
      <dgm:t>
        <a:bodyPr/>
        <a:lstStyle/>
        <a:p>
          <a:r>
            <a:rPr lang="en-US"/>
            <a:t>Decent decrease from Practice % to Game %</a:t>
          </a:r>
        </a:p>
      </dgm:t>
    </dgm:pt>
    <dgm:pt modelId="{6EE924F9-FFC9-4873-B5B0-D50B23F07F5D}" type="parTrans" cxnId="{571B4317-0FC0-4163-872D-DADA8C1186CB}">
      <dgm:prSet/>
      <dgm:spPr/>
      <dgm:t>
        <a:bodyPr/>
        <a:lstStyle/>
        <a:p>
          <a:endParaRPr lang="en-US"/>
        </a:p>
      </dgm:t>
    </dgm:pt>
    <dgm:pt modelId="{C84D9105-19B0-45D5-9904-1094124E6AD8}" type="sibTrans" cxnId="{571B4317-0FC0-4163-872D-DADA8C1186CB}">
      <dgm:prSet/>
      <dgm:spPr/>
      <dgm:t>
        <a:bodyPr/>
        <a:lstStyle/>
        <a:p>
          <a:endParaRPr lang="en-US"/>
        </a:p>
      </dgm:t>
    </dgm:pt>
    <dgm:pt modelId="{DBD57CC1-9367-4DCD-B732-CC9E6FEC5FCF}">
      <dgm:prSet/>
      <dgm:spPr/>
      <dgm:t>
        <a:bodyPr/>
        <a:lstStyle/>
        <a:p>
          <a:r>
            <a:rPr lang="en-US"/>
            <a:t>Practice Faster than Game Speed</a:t>
          </a:r>
        </a:p>
      </dgm:t>
    </dgm:pt>
    <dgm:pt modelId="{A35F63A3-A04B-4134-B194-1B95C5524D2B}" type="parTrans" cxnId="{FED604E1-1178-481F-82A9-FBF56FE02ED7}">
      <dgm:prSet/>
      <dgm:spPr/>
      <dgm:t>
        <a:bodyPr/>
        <a:lstStyle/>
        <a:p>
          <a:endParaRPr lang="en-US"/>
        </a:p>
      </dgm:t>
    </dgm:pt>
    <dgm:pt modelId="{A0F34FAC-C641-4A08-8D09-299FD3C70A13}" type="sibTrans" cxnId="{FED604E1-1178-481F-82A9-FBF56FE02ED7}">
      <dgm:prSet/>
      <dgm:spPr/>
      <dgm:t>
        <a:bodyPr/>
        <a:lstStyle/>
        <a:p>
          <a:endParaRPr lang="en-US"/>
        </a:p>
      </dgm:t>
    </dgm:pt>
    <dgm:pt modelId="{8031CC37-16FF-4A83-A9AE-869B4FC1C7E0}">
      <dgm:prSet/>
      <dgm:spPr/>
      <dgm:t>
        <a:bodyPr/>
        <a:lstStyle/>
        <a:p>
          <a:r>
            <a:rPr lang="en-US"/>
            <a:t>Being </a:t>
          </a:r>
          <a:r>
            <a:rPr lang="en-US" u="sng"/>
            <a:t>Uncomfortable in Practice</a:t>
          </a:r>
          <a:r>
            <a:rPr lang="en-US"/>
            <a:t> will help </a:t>
          </a:r>
          <a:r>
            <a:rPr lang="en-US" u="sng"/>
            <a:t>Increase Comfort</a:t>
          </a:r>
          <a:r>
            <a:rPr lang="en-US"/>
            <a:t> in Games</a:t>
          </a:r>
        </a:p>
      </dgm:t>
    </dgm:pt>
    <dgm:pt modelId="{56FCD3AA-669A-4BFF-9FF7-174E2B9798D5}" type="parTrans" cxnId="{BA39483F-3AA1-4BE9-8941-DBD3DB69DF19}">
      <dgm:prSet/>
      <dgm:spPr/>
      <dgm:t>
        <a:bodyPr/>
        <a:lstStyle/>
        <a:p>
          <a:endParaRPr lang="en-US"/>
        </a:p>
      </dgm:t>
    </dgm:pt>
    <dgm:pt modelId="{342FA846-F2CC-42B2-B864-786CAF9B385B}" type="sibTrans" cxnId="{BA39483F-3AA1-4BE9-8941-DBD3DB69DF19}">
      <dgm:prSet/>
      <dgm:spPr/>
      <dgm:t>
        <a:bodyPr/>
        <a:lstStyle/>
        <a:p>
          <a:endParaRPr lang="en-US"/>
        </a:p>
      </dgm:t>
    </dgm:pt>
    <dgm:pt modelId="{D336DD65-7BA4-403A-8B38-4FD35B830F59}">
      <dgm:prSet/>
      <dgm:spPr/>
      <dgm:t>
        <a:bodyPr/>
        <a:lstStyle/>
        <a:p>
          <a:r>
            <a:rPr lang="en-US"/>
            <a:t>Shots around the rim</a:t>
          </a:r>
        </a:p>
      </dgm:t>
    </dgm:pt>
    <dgm:pt modelId="{6ADD9F4D-51D0-4D27-9CE5-21C2A3465129}" type="parTrans" cxnId="{737F3D05-FAD2-4F22-A0A7-9C55E3927B52}">
      <dgm:prSet/>
      <dgm:spPr/>
      <dgm:t>
        <a:bodyPr/>
        <a:lstStyle/>
        <a:p>
          <a:endParaRPr lang="en-US"/>
        </a:p>
      </dgm:t>
    </dgm:pt>
    <dgm:pt modelId="{C01EE58C-6D7F-4258-B54B-296788178EAA}" type="sibTrans" cxnId="{737F3D05-FAD2-4F22-A0A7-9C55E3927B52}">
      <dgm:prSet/>
      <dgm:spPr/>
      <dgm:t>
        <a:bodyPr/>
        <a:lstStyle/>
        <a:p>
          <a:endParaRPr lang="en-US"/>
        </a:p>
      </dgm:t>
    </dgm:pt>
    <dgm:pt modelId="{60ECA9D7-062C-4854-821A-4809136C9D19}">
      <dgm:prSet/>
      <dgm:spPr/>
      <dgm:t>
        <a:bodyPr/>
        <a:lstStyle/>
        <a:p>
          <a:r>
            <a:rPr lang="en-US"/>
            <a:t>Do </a:t>
          </a:r>
          <a:r>
            <a:rPr lang="en-US" b="1"/>
            <a:t>NOT expect </a:t>
          </a:r>
          <a:r>
            <a:rPr lang="en-US"/>
            <a:t>a foul, finish through contact</a:t>
          </a:r>
        </a:p>
      </dgm:t>
    </dgm:pt>
    <dgm:pt modelId="{456205A7-18D5-479E-899B-A4247D8BCC35}" type="parTrans" cxnId="{A5757C63-3906-42DD-946E-D150F75CA9A0}">
      <dgm:prSet/>
      <dgm:spPr/>
      <dgm:t>
        <a:bodyPr/>
        <a:lstStyle/>
        <a:p>
          <a:endParaRPr lang="en-US"/>
        </a:p>
      </dgm:t>
    </dgm:pt>
    <dgm:pt modelId="{A955BA60-33B5-45C4-B921-30FB6D3E823E}" type="sibTrans" cxnId="{A5757C63-3906-42DD-946E-D150F75CA9A0}">
      <dgm:prSet/>
      <dgm:spPr/>
      <dgm:t>
        <a:bodyPr/>
        <a:lstStyle/>
        <a:p>
          <a:endParaRPr lang="en-US"/>
        </a:p>
      </dgm:t>
    </dgm:pt>
    <dgm:pt modelId="{DAF07FBC-160C-4FF7-B5A7-8E1993DFAF9D}">
      <dgm:prSet/>
      <dgm:spPr/>
      <dgm:t>
        <a:bodyPr/>
        <a:lstStyle/>
        <a:p>
          <a:r>
            <a:rPr lang="en-US"/>
            <a:t>Limit Midrange attempts</a:t>
          </a:r>
        </a:p>
      </dgm:t>
    </dgm:pt>
    <dgm:pt modelId="{298313AE-57F1-465F-B587-2CB0E6998DF9}" type="parTrans" cxnId="{4BE81D99-B5BA-4980-AE1F-086E0D8ADB2D}">
      <dgm:prSet/>
      <dgm:spPr/>
      <dgm:t>
        <a:bodyPr/>
        <a:lstStyle/>
        <a:p>
          <a:endParaRPr lang="en-US"/>
        </a:p>
      </dgm:t>
    </dgm:pt>
    <dgm:pt modelId="{712EE4F7-927A-4C20-BB25-154AA3618508}" type="sibTrans" cxnId="{4BE81D99-B5BA-4980-AE1F-086E0D8ADB2D}">
      <dgm:prSet/>
      <dgm:spPr/>
      <dgm:t>
        <a:bodyPr/>
        <a:lstStyle/>
        <a:p>
          <a:endParaRPr lang="en-US"/>
        </a:p>
      </dgm:t>
    </dgm:pt>
    <dgm:pt modelId="{C0AD3969-2545-4FD5-A59E-DE85B03AE455}">
      <dgm:prSet/>
      <dgm:spPr/>
      <dgm:t>
        <a:bodyPr/>
        <a:lstStyle/>
        <a:p>
          <a:r>
            <a:rPr lang="en-US"/>
            <a:t>Lowest xPoints out of 3 types of shots</a:t>
          </a:r>
        </a:p>
      </dgm:t>
    </dgm:pt>
    <dgm:pt modelId="{D6A30B69-40EE-4606-9C78-62D1BD0229BB}" type="parTrans" cxnId="{66D56C59-CCBC-48C7-A541-643B8E3E0ABF}">
      <dgm:prSet/>
      <dgm:spPr/>
      <dgm:t>
        <a:bodyPr/>
        <a:lstStyle/>
        <a:p>
          <a:endParaRPr lang="en-US"/>
        </a:p>
      </dgm:t>
    </dgm:pt>
    <dgm:pt modelId="{265D8965-ED5A-46C9-8DA0-A8A53092B8AA}" type="sibTrans" cxnId="{66D56C59-CCBC-48C7-A541-643B8E3E0ABF}">
      <dgm:prSet/>
      <dgm:spPr/>
      <dgm:t>
        <a:bodyPr/>
        <a:lstStyle/>
        <a:p>
          <a:endParaRPr lang="en-US"/>
        </a:p>
      </dgm:t>
    </dgm:pt>
    <dgm:pt modelId="{EC3D4057-04B8-41CC-8356-82DBD5F08D78}">
      <dgm:prSet/>
      <dgm:spPr/>
      <dgm:t>
        <a:bodyPr/>
        <a:lstStyle/>
        <a:p>
          <a:r>
            <a:rPr lang="en-US"/>
            <a:t>3PT Attempts</a:t>
          </a:r>
        </a:p>
      </dgm:t>
    </dgm:pt>
    <dgm:pt modelId="{25163235-902F-4B69-91EE-D6C4A707448D}" type="parTrans" cxnId="{02F2AF23-C350-4650-B37A-D5C9393DBC53}">
      <dgm:prSet/>
      <dgm:spPr/>
      <dgm:t>
        <a:bodyPr/>
        <a:lstStyle/>
        <a:p>
          <a:endParaRPr lang="en-US"/>
        </a:p>
      </dgm:t>
    </dgm:pt>
    <dgm:pt modelId="{45F867F6-DE7C-4900-B665-5358C28A3DDD}" type="sibTrans" cxnId="{02F2AF23-C350-4650-B37A-D5C9393DBC53}">
      <dgm:prSet/>
      <dgm:spPr/>
      <dgm:t>
        <a:bodyPr/>
        <a:lstStyle/>
        <a:p>
          <a:endParaRPr lang="en-US"/>
        </a:p>
      </dgm:t>
    </dgm:pt>
    <dgm:pt modelId="{F9FC2F51-D1EA-4856-BDEF-9CDC5147B206}">
      <dgm:prSet/>
      <dgm:spPr/>
      <dgm:t>
        <a:bodyPr/>
        <a:lstStyle/>
        <a:p>
          <a:r>
            <a:rPr lang="en-US"/>
            <a:t>Ready Stance to Shoot will decrease Contest % from opponents</a:t>
          </a:r>
        </a:p>
      </dgm:t>
    </dgm:pt>
    <dgm:pt modelId="{E2AF6335-8139-40D8-A9A6-3117908FB361}" type="parTrans" cxnId="{90EF8599-2464-4A1A-8362-FF208AC15FFD}">
      <dgm:prSet/>
      <dgm:spPr/>
      <dgm:t>
        <a:bodyPr/>
        <a:lstStyle/>
        <a:p>
          <a:endParaRPr lang="en-US"/>
        </a:p>
      </dgm:t>
    </dgm:pt>
    <dgm:pt modelId="{EAE5A82F-600C-43F0-BC2A-B6622E315C21}" type="sibTrans" cxnId="{90EF8599-2464-4A1A-8362-FF208AC15FFD}">
      <dgm:prSet/>
      <dgm:spPr/>
      <dgm:t>
        <a:bodyPr/>
        <a:lstStyle/>
        <a:p>
          <a:endParaRPr lang="en-US"/>
        </a:p>
      </dgm:t>
    </dgm:pt>
    <dgm:pt modelId="{716B6183-400B-4BF6-B432-E0DA3F066C5C}" type="pres">
      <dgm:prSet presAssocID="{E79E4C43-98E7-40E9-A55F-D5267E82807C}" presName="linear" presStyleCnt="0">
        <dgm:presLayoutVars>
          <dgm:dir/>
          <dgm:animLvl val="lvl"/>
          <dgm:resizeHandles val="exact"/>
        </dgm:presLayoutVars>
      </dgm:prSet>
      <dgm:spPr/>
    </dgm:pt>
    <dgm:pt modelId="{3048B6B2-269E-46B9-8C3D-C5F244C46C39}" type="pres">
      <dgm:prSet presAssocID="{ECB2074F-A761-486A-8DAE-663A1851AFB4}" presName="parentLin" presStyleCnt="0"/>
      <dgm:spPr/>
    </dgm:pt>
    <dgm:pt modelId="{63AB2729-AB62-40BF-992B-743736EF4A28}" type="pres">
      <dgm:prSet presAssocID="{ECB2074F-A761-486A-8DAE-663A1851AFB4}" presName="parentLeftMargin" presStyleLbl="node1" presStyleIdx="0" presStyleCnt="4"/>
      <dgm:spPr/>
    </dgm:pt>
    <dgm:pt modelId="{3DDDA169-C10B-4485-995A-F97F78542790}" type="pres">
      <dgm:prSet presAssocID="{ECB2074F-A761-486A-8DAE-663A1851AF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BDC9F1-5F83-4F4E-8E56-ABCE0DEF9B6C}" type="pres">
      <dgm:prSet presAssocID="{ECB2074F-A761-486A-8DAE-663A1851AFB4}" presName="negativeSpace" presStyleCnt="0"/>
      <dgm:spPr/>
    </dgm:pt>
    <dgm:pt modelId="{4F255299-315C-4521-A4C2-6586FA81387A}" type="pres">
      <dgm:prSet presAssocID="{ECB2074F-A761-486A-8DAE-663A1851AFB4}" presName="childText" presStyleLbl="conFgAcc1" presStyleIdx="0" presStyleCnt="4">
        <dgm:presLayoutVars>
          <dgm:bulletEnabled val="1"/>
        </dgm:presLayoutVars>
      </dgm:prSet>
      <dgm:spPr/>
    </dgm:pt>
    <dgm:pt modelId="{2B662BFC-3E54-4764-AB94-614769DE6385}" type="pres">
      <dgm:prSet presAssocID="{C84D9105-19B0-45D5-9904-1094124E6AD8}" presName="spaceBetweenRectangles" presStyleCnt="0"/>
      <dgm:spPr/>
    </dgm:pt>
    <dgm:pt modelId="{EF8F43A1-CC2E-4B0F-8DBC-31D1BFC5A2CB}" type="pres">
      <dgm:prSet presAssocID="{D336DD65-7BA4-403A-8B38-4FD35B830F59}" presName="parentLin" presStyleCnt="0"/>
      <dgm:spPr/>
    </dgm:pt>
    <dgm:pt modelId="{CE0CD224-DE64-49BA-AA89-AD850307FB63}" type="pres">
      <dgm:prSet presAssocID="{D336DD65-7BA4-403A-8B38-4FD35B830F59}" presName="parentLeftMargin" presStyleLbl="node1" presStyleIdx="0" presStyleCnt="4"/>
      <dgm:spPr/>
    </dgm:pt>
    <dgm:pt modelId="{5C0E50C4-1859-46DA-9D8F-CA25C70F6BC2}" type="pres">
      <dgm:prSet presAssocID="{D336DD65-7BA4-403A-8B38-4FD35B830F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EC80E9-D8D4-4F8D-8264-DA7E2864B5AE}" type="pres">
      <dgm:prSet presAssocID="{D336DD65-7BA4-403A-8B38-4FD35B830F59}" presName="negativeSpace" presStyleCnt="0"/>
      <dgm:spPr/>
    </dgm:pt>
    <dgm:pt modelId="{24C9AC19-504B-4C34-B964-98F8E6275CB0}" type="pres">
      <dgm:prSet presAssocID="{D336DD65-7BA4-403A-8B38-4FD35B830F59}" presName="childText" presStyleLbl="conFgAcc1" presStyleIdx="1" presStyleCnt="4">
        <dgm:presLayoutVars>
          <dgm:bulletEnabled val="1"/>
        </dgm:presLayoutVars>
      </dgm:prSet>
      <dgm:spPr/>
    </dgm:pt>
    <dgm:pt modelId="{4CF9B595-2CC9-43B6-BBB7-94C1AC7006EB}" type="pres">
      <dgm:prSet presAssocID="{C01EE58C-6D7F-4258-B54B-296788178EAA}" presName="spaceBetweenRectangles" presStyleCnt="0"/>
      <dgm:spPr/>
    </dgm:pt>
    <dgm:pt modelId="{41D0CE90-1D0E-4C0F-8936-717407C4D3F4}" type="pres">
      <dgm:prSet presAssocID="{DAF07FBC-160C-4FF7-B5A7-8E1993DFAF9D}" presName="parentLin" presStyleCnt="0"/>
      <dgm:spPr/>
    </dgm:pt>
    <dgm:pt modelId="{8BA8CC74-072C-4A10-8485-BDCFF6A3F1F8}" type="pres">
      <dgm:prSet presAssocID="{DAF07FBC-160C-4FF7-B5A7-8E1993DFAF9D}" presName="parentLeftMargin" presStyleLbl="node1" presStyleIdx="1" presStyleCnt="4"/>
      <dgm:spPr/>
    </dgm:pt>
    <dgm:pt modelId="{7A7ED2CE-0E6E-4EED-B08A-651413B12EE2}" type="pres">
      <dgm:prSet presAssocID="{DAF07FBC-160C-4FF7-B5A7-8E1993DFAF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3C5174-2048-407C-A75E-33F3C2AAD1CD}" type="pres">
      <dgm:prSet presAssocID="{DAF07FBC-160C-4FF7-B5A7-8E1993DFAF9D}" presName="negativeSpace" presStyleCnt="0"/>
      <dgm:spPr/>
    </dgm:pt>
    <dgm:pt modelId="{43C13D89-E23A-4619-8E0F-1C08825CBBF0}" type="pres">
      <dgm:prSet presAssocID="{DAF07FBC-160C-4FF7-B5A7-8E1993DFAF9D}" presName="childText" presStyleLbl="conFgAcc1" presStyleIdx="2" presStyleCnt="4">
        <dgm:presLayoutVars>
          <dgm:bulletEnabled val="1"/>
        </dgm:presLayoutVars>
      </dgm:prSet>
      <dgm:spPr/>
    </dgm:pt>
    <dgm:pt modelId="{6EEE5151-1EFF-4F57-BFCE-1009C5048E87}" type="pres">
      <dgm:prSet presAssocID="{712EE4F7-927A-4C20-BB25-154AA3618508}" presName="spaceBetweenRectangles" presStyleCnt="0"/>
      <dgm:spPr/>
    </dgm:pt>
    <dgm:pt modelId="{6FF5C656-E51B-4439-9F16-9270E028098D}" type="pres">
      <dgm:prSet presAssocID="{EC3D4057-04B8-41CC-8356-82DBD5F08D78}" presName="parentLin" presStyleCnt="0"/>
      <dgm:spPr/>
    </dgm:pt>
    <dgm:pt modelId="{B89D15A1-C10E-41EA-B105-BDC98C5C7656}" type="pres">
      <dgm:prSet presAssocID="{EC3D4057-04B8-41CC-8356-82DBD5F08D78}" presName="parentLeftMargin" presStyleLbl="node1" presStyleIdx="2" presStyleCnt="4"/>
      <dgm:spPr/>
    </dgm:pt>
    <dgm:pt modelId="{F8CF30AC-5D26-42AD-9A3A-C351AD937BD8}" type="pres">
      <dgm:prSet presAssocID="{EC3D4057-04B8-41CC-8356-82DBD5F08D7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443F383-C160-4924-B92F-BEBFFD3E6ED2}" type="pres">
      <dgm:prSet presAssocID="{EC3D4057-04B8-41CC-8356-82DBD5F08D78}" presName="negativeSpace" presStyleCnt="0"/>
      <dgm:spPr/>
    </dgm:pt>
    <dgm:pt modelId="{10B1AA3A-E249-4C83-9FF2-31A1E487FAB4}" type="pres">
      <dgm:prSet presAssocID="{EC3D4057-04B8-41CC-8356-82DBD5F08D7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37F3D05-FAD2-4F22-A0A7-9C55E3927B52}" srcId="{E79E4C43-98E7-40E9-A55F-D5267E82807C}" destId="{D336DD65-7BA4-403A-8B38-4FD35B830F59}" srcOrd="1" destOrd="0" parTransId="{6ADD9F4D-51D0-4D27-9CE5-21C2A3465129}" sibTransId="{C01EE58C-6D7F-4258-B54B-296788178EAA}"/>
    <dgm:cxn modelId="{EB4D9209-B2BE-44BD-9DAB-11B6F7EF50ED}" type="presOf" srcId="{ECB2074F-A761-486A-8DAE-663A1851AFB4}" destId="{63AB2729-AB62-40BF-992B-743736EF4A28}" srcOrd="0" destOrd="0" presId="urn:microsoft.com/office/officeart/2005/8/layout/list1"/>
    <dgm:cxn modelId="{571B4317-0FC0-4163-872D-DADA8C1186CB}" srcId="{E79E4C43-98E7-40E9-A55F-D5267E82807C}" destId="{ECB2074F-A761-486A-8DAE-663A1851AFB4}" srcOrd="0" destOrd="0" parTransId="{6EE924F9-FFC9-4873-B5B0-D50B23F07F5D}" sibTransId="{C84D9105-19B0-45D5-9904-1094124E6AD8}"/>
    <dgm:cxn modelId="{43707E1A-9EC6-4585-9657-5BD3C81839E2}" type="presOf" srcId="{F9FC2F51-D1EA-4856-BDEF-9CDC5147B206}" destId="{10B1AA3A-E249-4C83-9FF2-31A1E487FAB4}" srcOrd="0" destOrd="0" presId="urn:microsoft.com/office/officeart/2005/8/layout/list1"/>
    <dgm:cxn modelId="{02F2AF23-C350-4650-B37A-D5C9393DBC53}" srcId="{E79E4C43-98E7-40E9-A55F-D5267E82807C}" destId="{EC3D4057-04B8-41CC-8356-82DBD5F08D78}" srcOrd="3" destOrd="0" parTransId="{25163235-902F-4B69-91EE-D6C4A707448D}" sibTransId="{45F867F6-DE7C-4900-B665-5358C28A3DDD}"/>
    <dgm:cxn modelId="{04634E39-0941-4966-B512-5E785C26D0E9}" type="presOf" srcId="{D336DD65-7BA4-403A-8B38-4FD35B830F59}" destId="{5C0E50C4-1859-46DA-9D8F-CA25C70F6BC2}" srcOrd="1" destOrd="0" presId="urn:microsoft.com/office/officeart/2005/8/layout/list1"/>
    <dgm:cxn modelId="{091F163A-8AD8-4DBE-9C19-AAA4899DFFF2}" type="presOf" srcId="{EC3D4057-04B8-41CC-8356-82DBD5F08D78}" destId="{B89D15A1-C10E-41EA-B105-BDC98C5C7656}" srcOrd="0" destOrd="0" presId="urn:microsoft.com/office/officeart/2005/8/layout/list1"/>
    <dgm:cxn modelId="{BA39483F-3AA1-4BE9-8941-DBD3DB69DF19}" srcId="{ECB2074F-A761-486A-8DAE-663A1851AFB4}" destId="{8031CC37-16FF-4A83-A9AE-869B4FC1C7E0}" srcOrd="1" destOrd="0" parTransId="{56FCD3AA-669A-4BFF-9FF7-174E2B9798D5}" sibTransId="{342FA846-F2CC-42B2-B864-786CAF9B385B}"/>
    <dgm:cxn modelId="{42FCBA5D-5A2D-4BB5-BE8D-7487600B189C}" type="presOf" srcId="{EC3D4057-04B8-41CC-8356-82DBD5F08D78}" destId="{F8CF30AC-5D26-42AD-9A3A-C351AD937BD8}" srcOrd="1" destOrd="0" presId="urn:microsoft.com/office/officeart/2005/8/layout/list1"/>
    <dgm:cxn modelId="{1C106661-B9A7-4F47-98B7-8D4E62A38552}" type="presOf" srcId="{8031CC37-16FF-4A83-A9AE-869B4FC1C7E0}" destId="{4F255299-315C-4521-A4C2-6586FA81387A}" srcOrd="0" destOrd="1" presId="urn:microsoft.com/office/officeart/2005/8/layout/list1"/>
    <dgm:cxn modelId="{A5757C63-3906-42DD-946E-D150F75CA9A0}" srcId="{D336DD65-7BA4-403A-8B38-4FD35B830F59}" destId="{60ECA9D7-062C-4854-821A-4809136C9D19}" srcOrd="0" destOrd="0" parTransId="{456205A7-18D5-479E-899B-A4247D8BCC35}" sibTransId="{A955BA60-33B5-45C4-B921-30FB6D3E823E}"/>
    <dgm:cxn modelId="{E5361C49-B443-4B98-A079-85442DFB3310}" type="presOf" srcId="{C0AD3969-2545-4FD5-A59E-DE85B03AE455}" destId="{43C13D89-E23A-4619-8E0F-1C08825CBBF0}" srcOrd="0" destOrd="0" presId="urn:microsoft.com/office/officeart/2005/8/layout/list1"/>
    <dgm:cxn modelId="{3FA5CF71-FE47-4095-8858-92A0A9681A8B}" type="presOf" srcId="{D336DD65-7BA4-403A-8B38-4FD35B830F59}" destId="{CE0CD224-DE64-49BA-AA89-AD850307FB63}" srcOrd="0" destOrd="0" presId="urn:microsoft.com/office/officeart/2005/8/layout/list1"/>
    <dgm:cxn modelId="{66D56C59-CCBC-48C7-A541-643B8E3E0ABF}" srcId="{DAF07FBC-160C-4FF7-B5A7-8E1993DFAF9D}" destId="{C0AD3969-2545-4FD5-A59E-DE85B03AE455}" srcOrd="0" destOrd="0" parTransId="{D6A30B69-40EE-4606-9C78-62D1BD0229BB}" sibTransId="{265D8965-ED5A-46C9-8DA0-A8A53092B8AA}"/>
    <dgm:cxn modelId="{1D0F5280-186C-4263-AF7C-E5E26D74F16B}" type="presOf" srcId="{ECB2074F-A761-486A-8DAE-663A1851AFB4}" destId="{3DDDA169-C10B-4485-995A-F97F78542790}" srcOrd="1" destOrd="0" presId="urn:microsoft.com/office/officeart/2005/8/layout/list1"/>
    <dgm:cxn modelId="{1C520D83-D846-4514-9BF9-63148BFFF6F9}" type="presOf" srcId="{DAF07FBC-160C-4FF7-B5A7-8E1993DFAF9D}" destId="{8BA8CC74-072C-4A10-8485-BDCFF6A3F1F8}" srcOrd="0" destOrd="0" presId="urn:microsoft.com/office/officeart/2005/8/layout/list1"/>
    <dgm:cxn modelId="{4BE81D99-B5BA-4980-AE1F-086E0D8ADB2D}" srcId="{E79E4C43-98E7-40E9-A55F-D5267E82807C}" destId="{DAF07FBC-160C-4FF7-B5A7-8E1993DFAF9D}" srcOrd="2" destOrd="0" parTransId="{298313AE-57F1-465F-B587-2CB0E6998DF9}" sibTransId="{712EE4F7-927A-4C20-BB25-154AA3618508}"/>
    <dgm:cxn modelId="{90EF8599-2464-4A1A-8362-FF208AC15FFD}" srcId="{EC3D4057-04B8-41CC-8356-82DBD5F08D78}" destId="{F9FC2F51-D1EA-4856-BDEF-9CDC5147B206}" srcOrd="0" destOrd="0" parTransId="{E2AF6335-8139-40D8-A9A6-3117908FB361}" sibTransId="{EAE5A82F-600C-43F0-BC2A-B6622E315C21}"/>
    <dgm:cxn modelId="{064E65C3-D9E2-46D9-8D39-ED490941AE39}" type="presOf" srcId="{E79E4C43-98E7-40E9-A55F-D5267E82807C}" destId="{716B6183-400B-4BF6-B432-E0DA3F066C5C}" srcOrd="0" destOrd="0" presId="urn:microsoft.com/office/officeart/2005/8/layout/list1"/>
    <dgm:cxn modelId="{67F539D5-E739-49EA-A24B-5463436242EF}" type="presOf" srcId="{DAF07FBC-160C-4FF7-B5A7-8E1993DFAF9D}" destId="{7A7ED2CE-0E6E-4EED-B08A-651413B12EE2}" srcOrd="1" destOrd="0" presId="urn:microsoft.com/office/officeart/2005/8/layout/list1"/>
    <dgm:cxn modelId="{FED604E1-1178-481F-82A9-FBF56FE02ED7}" srcId="{ECB2074F-A761-486A-8DAE-663A1851AFB4}" destId="{DBD57CC1-9367-4DCD-B732-CC9E6FEC5FCF}" srcOrd="0" destOrd="0" parTransId="{A35F63A3-A04B-4134-B194-1B95C5524D2B}" sibTransId="{A0F34FAC-C641-4A08-8D09-299FD3C70A13}"/>
    <dgm:cxn modelId="{0DB67AF5-59FE-47DE-91F9-D0D358EA9E6C}" type="presOf" srcId="{60ECA9D7-062C-4854-821A-4809136C9D19}" destId="{24C9AC19-504B-4C34-B964-98F8E6275CB0}" srcOrd="0" destOrd="0" presId="urn:microsoft.com/office/officeart/2005/8/layout/list1"/>
    <dgm:cxn modelId="{8EDB9BF9-6B05-4875-AC97-F7F2351B66A3}" type="presOf" srcId="{DBD57CC1-9367-4DCD-B732-CC9E6FEC5FCF}" destId="{4F255299-315C-4521-A4C2-6586FA81387A}" srcOrd="0" destOrd="0" presId="urn:microsoft.com/office/officeart/2005/8/layout/list1"/>
    <dgm:cxn modelId="{C371EA15-367E-47D2-9D70-CD15EE7AA25E}" type="presParOf" srcId="{716B6183-400B-4BF6-B432-E0DA3F066C5C}" destId="{3048B6B2-269E-46B9-8C3D-C5F244C46C39}" srcOrd="0" destOrd="0" presId="urn:microsoft.com/office/officeart/2005/8/layout/list1"/>
    <dgm:cxn modelId="{5822F864-5834-43A5-863E-03F7F2FBD49F}" type="presParOf" srcId="{3048B6B2-269E-46B9-8C3D-C5F244C46C39}" destId="{63AB2729-AB62-40BF-992B-743736EF4A28}" srcOrd="0" destOrd="0" presId="urn:microsoft.com/office/officeart/2005/8/layout/list1"/>
    <dgm:cxn modelId="{30747276-762C-4F2B-8A0F-953B904BDA4A}" type="presParOf" srcId="{3048B6B2-269E-46B9-8C3D-C5F244C46C39}" destId="{3DDDA169-C10B-4485-995A-F97F78542790}" srcOrd="1" destOrd="0" presId="urn:microsoft.com/office/officeart/2005/8/layout/list1"/>
    <dgm:cxn modelId="{573609A2-73ED-4AA7-A0D0-DD2DA2E59A30}" type="presParOf" srcId="{716B6183-400B-4BF6-B432-E0DA3F066C5C}" destId="{BCBDC9F1-5F83-4F4E-8E56-ABCE0DEF9B6C}" srcOrd="1" destOrd="0" presId="urn:microsoft.com/office/officeart/2005/8/layout/list1"/>
    <dgm:cxn modelId="{C9D46275-8C17-47CF-909D-1A95B8D1205E}" type="presParOf" srcId="{716B6183-400B-4BF6-B432-E0DA3F066C5C}" destId="{4F255299-315C-4521-A4C2-6586FA81387A}" srcOrd="2" destOrd="0" presId="urn:microsoft.com/office/officeart/2005/8/layout/list1"/>
    <dgm:cxn modelId="{909B0D93-CB56-4BCE-A958-5C31257EB195}" type="presParOf" srcId="{716B6183-400B-4BF6-B432-E0DA3F066C5C}" destId="{2B662BFC-3E54-4764-AB94-614769DE6385}" srcOrd="3" destOrd="0" presId="urn:microsoft.com/office/officeart/2005/8/layout/list1"/>
    <dgm:cxn modelId="{51721716-9CB3-456E-A20A-DF3DBCEBC610}" type="presParOf" srcId="{716B6183-400B-4BF6-B432-E0DA3F066C5C}" destId="{EF8F43A1-CC2E-4B0F-8DBC-31D1BFC5A2CB}" srcOrd="4" destOrd="0" presId="urn:microsoft.com/office/officeart/2005/8/layout/list1"/>
    <dgm:cxn modelId="{6D26C9DF-EC2A-4BD5-AF01-D3D024DE9E97}" type="presParOf" srcId="{EF8F43A1-CC2E-4B0F-8DBC-31D1BFC5A2CB}" destId="{CE0CD224-DE64-49BA-AA89-AD850307FB63}" srcOrd="0" destOrd="0" presId="urn:microsoft.com/office/officeart/2005/8/layout/list1"/>
    <dgm:cxn modelId="{FFB05A2A-1BBB-42DC-8C84-515B39CC9300}" type="presParOf" srcId="{EF8F43A1-CC2E-4B0F-8DBC-31D1BFC5A2CB}" destId="{5C0E50C4-1859-46DA-9D8F-CA25C70F6BC2}" srcOrd="1" destOrd="0" presId="urn:microsoft.com/office/officeart/2005/8/layout/list1"/>
    <dgm:cxn modelId="{83A6E0E1-A705-4BD2-A342-B2E23278BEEF}" type="presParOf" srcId="{716B6183-400B-4BF6-B432-E0DA3F066C5C}" destId="{85EC80E9-D8D4-4F8D-8264-DA7E2864B5AE}" srcOrd="5" destOrd="0" presId="urn:microsoft.com/office/officeart/2005/8/layout/list1"/>
    <dgm:cxn modelId="{AFCA99B0-46C9-40E5-977B-F220F85A109B}" type="presParOf" srcId="{716B6183-400B-4BF6-B432-E0DA3F066C5C}" destId="{24C9AC19-504B-4C34-B964-98F8E6275CB0}" srcOrd="6" destOrd="0" presId="urn:microsoft.com/office/officeart/2005/8/layout/list1"/>
    <dgm:cxn modelId="{F9E76DAC-437A-412C-B9CA-15A876104FFD}" type="presParOf" srcId="{716B6183-400B-4BF6-B432-E0DA3F066C5C}" destId="{4CF9B595-2CC9-43B6-BBB7-94C1AC7006EB}" srcOrd="7" destOrd="0" presId="urn:microsoft.com/office/officeart/2005/8/layout/list1"/>
    <dgm:cxn modelId="{283104D0-0B1F-4D93-AF6D-D235845C9A4C}" type="presParOf" srcId="{716B6183-400B-4BF6-B432-E0DA3F066C5C}" destId="{41D0CE90-1D0E-4C0F-8936-717407C4D3F4}" srcOrd="8" destOrd="0" presId="urn:microsoft.com/office/officeart/2005/8/layout/list1"/>
    <dgm:cxn modelId="{5EED931F-148D-41B5-9A46-A8C1F8E612FF}" type="presParOf" srcId="{41D0CE90-1D0E-4C0F-8936-717407C4D3F4}" destId="{8BA8CC74-072C-4A10-8485-BDCFF6A3F1F8}" srcOrd="0" destOrd="0" presId="urn:microsoft.com/office/officeart/2005/8/layout/list1"/>
    <dgm:cxn modelId="{B19808AE-9C9A-4E38-8AD7-A6ACF03BA8B9}" type="presParOf" srcId="{41D0CE90-1D0E-4C0F-8936-717407C4D3F4}" destId="{7A7ED2CE-0E6E-4EED-B08A-651413B12EE2}" srcOrd="1" destOrd="0" presId="urn:microsoft.com/office/officeart/2005/8/layout/list1"/>
    <dgm:cxn modelId="{D71C3B60-CD0B-494A-9D37-7C3D31E1BBEC}" type="presParOf" srcId="{716B6183-400B-4BF6-B432-E0DA3F066C5C}" destId="{133C5174-2048-407C-A75E-33F3C2AAD1CD}" srcOrd="9" destOrd="0" presId="urn:microsoft.com/office/officeart/2005/8/layout/list1"/>
    <dgm:cxn modelId="{D796A493-4C75-4F12-95C2-0E0D44221038}" type="presParOf" srcId="{716B6183-400B-4BF6-B432-E0DA3F066C5C}" destId="{43C13D89-E23A-4619-8E0F-1C08825CBBF0}" srcOrd="10" destOrd="0" presId="urn:microsoft.com/office/officeart/2005/8/layout/list1"/>
    <dgm:cxn modelId="{6EC952B6-79EC-45E2-8090-C2EDB1B64AB4}" type="presParOf" srcId="{716B6183-400B-4BF6-B432-E0DA3F066C5C}" destId="{6EEE5151-1EFF-4F57-BFCE-1009C5048E87}" srcOrd="11" destOrd="0" presId="urn:microsoft.com/office/officeart/2005/8/layout/list1"/>
    <dgm:cxn modelId="{56608B6B-2A1A-44F9-848B-A737C34307F8}" type="presParOf" srcId="{716B6183-400B-4BF6-B432-E0DA3F066C5C}" destId="{6FF5C656-E51B-4439-9F16-9270E028098D}" srcOrd="12" destOrd="0" presId="urn:microsoft.com/office/officeart/2005/8/layout/list1"/>
    <dgm:cxn modelId="{2E028C64-9C98-4455-9C9E-7B93DD1F913C}" type="presParOf" srcId="{6FF5C656-E51B-4439-9F16-9270E028098D}" destId="{B89D15A1-C10E-41EA-B105-BDC98C5C7656}" srcOrd="0" destOrd="0" presId="urn:microsoft.com/office/officeart/2005/8/layout/list1"/>
    <dgm:cxn modelId="{3BEC42E2-503D-49C4-B289-60AE81F16808}" type="presParOf" srcId="{6FF5C656-E51B-4439-9F16-9270E028098D}" destId="{F8CF30AC-5D26-42AD-9A3A-C351AD937BD8}" srcOrd="1" destOrd="0" presId="urn:microsoft.com/office/officeart/2005/8/layout/list1"/>
    <dgm:cxn modelId="{1785C968-875C-4248-824B-30B7676335BC}" type="presParOf" srcId="{716B6183-400B-4BF6-B432-E0DA3F066C5C}" destId="{1443F383-C160-4924-B92F-BEBFFD3E6ED2}" srcOrd="13" destOrd="0" presId="urn:microsoft.com/office/officeart/2005/8/layout/list1"/>
    <dgm:cxn modelId="{7BA0D0B0-4BA3-4C57-A799-148EC7A41858}" type="presParOf" srcId="{716B6183-400B-4BF6-B432-E0DA3F066C5C}" destId="{10B1AA3A-E249-4C83-9FF2-31A1E487FAB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0B3A1-DF3B-4F5B-8ACB-A6CD887D60B2}">
      <dsp:nvSpPr>
        <dsp:cNvPr id="0" name=""/>
        <dsp:cNvSpPr/>
      </dsp:nvSpPr>
      <dsp:spPr>
        <a:xfrm>
          <a:off x="0" y="57669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Close to the Basket (Layups)</a:t>
          </a:r>
          <a:endParaRPr lang="en-US" sz="2200" kern="1200"/>
        </a:p>
      </dsp:txBody>
      <dsp:txXfrm>
        <a:off x="26387" y="84056"/>
        <a:ext cx="3835754" cy="487766"/>
      </dsp:txXfrm>
    </dsp:sp>
    <dsp:sp modelId="{E6E75C31-E91A-4596-9D7D-E8220A4190D7}">
      <dsp:nvSpPr>
        <dsp:cNvPr id="0" name=""/>
        <dsp:cNvSpPr/>
      </dsp:nvSpPr>
      <dsp:spPr>
        <a:xfrm>
          <a:off x="0" y="59821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Total FG% = 55.5%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Right Side = 59.2%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Left Side = 51.4%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Goal % = 60%</a:t>
          </a:r>
        </a:p>
      </dsp:txBody>
      <dsp:txXfrm>
        <a:off x="0" y="598210"/>
        <a:ext cx="3888528" cy="1184040"/>
      </dsp:txXfrm>
    </dsp:sp>
    <dsp:sp modelId="{85A9B63E-B106-47EF-BAAF-CE1F8B037B90}">
      <dsp:nvSpPr>
        <dsp:cNvPr id="0" name=""/>
        <dsp:cNvSpPr/>
      </dsp:nvSpPr>
      <dsp:spPr>
        <a:xfrm>
          <a:off x="0" y="178225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Midrange</a:t>
          </a:r>
          <a:endParaRPr lang="en-US" sz="2200" kern="1200"/>
        </a:p>
      </dsp:txBody>
      <dsp:txXfrm>
        <a:off x="26387" y="1808637"/>
        <a:ext cx="3835754" cy="487766"/>
      </dsp:txXfrm>
    </dsp:sp>
    <dsp:sp modelId="{DCD44EBD-A0C3-4E41-8456-8053B04B2E4F}">
      <dsp:nvSpPr>
        <dsp:cNvPr id="0" name=""/>
        <dsp:cNvSpPr/>
      </dsp:nvSpPr>
      <dsp:spPr>
        <a:xfrm>
          <a:off x="0" y="232279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Total FG% = 25%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Outside Paint = 12.8%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Paint Midrange = 39.4%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Goal % = 40%</a:t>
          </a:r>
        </a:p>
      </dsp:txBody>
      <dsp:txXfrm>
        <a:off x="0" y="2322790"/>
        <a:ext cx="3888528" cy="1184040"/>
      </dsp:txXfrm>
    </dsp:sp>
    <dsp:sp modelId="{8125A9EA-4085-484F-BB11-E402B40827BC}">
      <dsp:nvSpPr>
        <dsp:cNvPr id="0" name=""/>
        <dsp:cNvSpPr/>
      </dsp:nvSpPr>
      <dsp:spPr>
        <a:xfrm>
          <a:off x="0" y="350683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3PTs</a:t>
          </a:r>
          <a:endParaRPr lang="en-US" sz="2200" kern="1200" dirty="0"/>
        </a:p>
      </dsp:txBody>
      <dsp:txXfrm>
        <a:off x="26387" y="3533217"/>
        <a:ext cx="3835754" cy="487766"/>
      </dsp:txXfrm>
    </dsp:sp>
    <dsp:sp modelId="{CF9BA4F6-F62E-4ED0-9403-5B81E0060CD8}">
      <dsp:nvSpPr>
        <dsp:cNvPr id="0" name=""/>
        <dsp:cNvSpPr/>
      </dsp:nvSpPr>
      <dsp:spPr>
        <a:xfrm>
          <a:off x="0" y="4047370"/>
          <a:ext cx="3888528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Total FG% = 26.7%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Top Key % = 25.4%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Wing % = 30.1%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Corner % = 22.6%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Goal FG% = 33%</a:t>
          </a:r>
        </a:p>
      </dsp:txBody>
      <dsp:txXfrm>
        <a:off x="0" y="4047370"/>
        <a:ext cx="3888528" cy="1457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0B3A1-DF3B-4F5B-8ACB-A6CD887D60B2}">
      <dsp:nvSpPr>
        <dsp:cNvPr id="0" name=""/>
        <dsp:cNvSpPr/>
      </dsp:nvSpPr>
      <dsp:spPr>
        <a:xfrm>
          <a:off x="0" y="194289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Close to the Basket (Layups)</a:t>
          </a:r>
          <a:endParaRPr lang="en-US" sz="2200" kern="1200"/>
        </a:p>
      </dsp:txBody>
      <dsp:txXfrm>
        <a:off x="26387" y="220676"/>
        <a:ext cx="3835754" cy="487766"/>
      </dsp:txXfrm>
    </dsp:sp>
    <dsp:sp modelId="{E6E75C31-E91A-4596-9D7D-E8220A4190D7}">
      <dsp:nvSpPr>
        <dsp:cNvPr id="0" name=""/>
        <dsp:cNvSpPr/>
      </dsp:nvSpPr>
      <dsp:spPr>
        <a:xfrm>
          <a:off x="0" y="73483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Shot = 1.11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Left Side at 51.4%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734830"/>
        <a:ext cx="3888528" cy="1184040"/>
      </dsp:txXfrm>
    </dsp:sp>
    <dsp:sp modelId="{85A9B63E-B106-47EF-BAAF-CE1F8B037B90}">
      <dsp:nvSpPr>
        <dsp:cNvPr id="0" name=""/>
        <dsp:cNvSpPr/>
      </dsp:nvSpPr>
      <dsp:spPr>
        <a:xfrm>
          <a:off x="0" y="191887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Midrange</a:t>
          </a:r>
          <a:endParaRPr lang="en-US" sz="2200" kern="1200"/>
        </a:p>
      </dsp:txBody>
      <dsp:txXfrm>
        <a:off x="26387" y="1945257"/>
        <a:ext cx="3835754" cy="487766"/>
      </dsp:txXfrm>
    </dsp:sp>
    <dsp:sp modelId="{DCD44EBD-A0C3-4E41-8456-8053B04B2E4F}">
      <dsp:nvSpPr>
        <dsp:cNvPr id="0" name=""/>
        <dsp:cNvSpPr/>
      </dsp:nvSpPr>
      <dsp:spPr>
        <a:xfrm>
          <a:off x="0" y="245941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Midrange = 0.5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Outside Paint Area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2459410"/>
        <a:ext cx="3888528" cy="1184040"/>
      </dsp:txXfrm>
    </dsp:sp>
    <dsp:sp modelId="{8125A9EA-4085-484F-BB11-E402B40827BC}">
      <dsp:nvSpPr>
        <dsp:cNvPr id="0" name=""/>
        <dsp:cNvSpPr/>
      </dsp:nvSpPr>
      <dsp:spPr>
        <a:xfrm>
          <a:off x="0" y="364345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3PTs</a:t>
          </a:r>
          <a:endParaRPr lang="en-US" sz="2200" kern="1200" dirty="0"/>
        </a:p>
      </dsp:txBody>
      <dsp:txXfrm>
        <a:off x="26387" y="3669837"/>
        <a:ext cx="3835754" cy="487766"/>
      </dsp:txXfrm>
    </dsp:sp>
    <dsp:sp modelId="{CF9BA4F6-F62E-4ED0-9403-5B81E0060CD8}">
      <dsp:nvSpPr>
        <dsp:cNvPr id="0" name=""/>
        <dsp:cNvSpPr/>
      </dsp:nvSpPr>
      <dsp:spPr>
        <a:xfrm>
          <a:off x="0" y="418399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3PT = 0.801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Corners + Top of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4183990"/>
        <a:ext cx="3888528" cy="1184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0B3A1-DF3B-4F5B-8ACB-A6CD887D60B2}">
      <dsp:nvSpPr>
        <dsp:cNvPr id="0" name=""/>
        <dsp:cNvSpPr/>
      </dsp:nvSpPr>
      <dsp:spPr>
        <a:xfrm>
          <a:off x="0" y="57669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Close to the Basket (Layups)</a:t>
          </a:r>
          <a:endParaRPr lang="en-US" sz="2200" kern="1200"/>
        </a:p>
      </dsp:txBody>
      <dsp:txXfrm>
        <a:off x="26387" y="84056"/>
        <a:ext cx="3835754" cy="487766"/>
      </dsp:txXfrm>
    </dsp:sp>
    <dsp:sp modelId="{E6E75C31-E91A-4596-9D7D-E8220A4190D7}">
      <dsp:nvSpPr>
        <dsp:cNvPr id="0" name=""/>
        <dsp:cNvSpPr/>
      </dsp:nvSpPr>
      <dsp:spPr>
        <a:xfrm>
          <a:off x="0" y="59821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Total FG% = 61.7%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Right Side = 63.4%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Left Side = 59.3%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Goal % = 60%</a:t>
          </a:r>
        </a:p>
      </dsp:txBody>
      <dsp:txXfrm>
        <a:off x="0" y="598210"/>
        <a:ext cx="3888528" cy="1184040"/>
      </dsp:txXfrm>
    </dsp:sp>
    <dsp:sp modelId="{85A9B63E-B106-47EF-BAAF-CE1F8B037B90}">
      <dsp:nvSpPr>
        <dsp:cNvPr id="0" name=""/>
        <dsp:cNvSpPr/>
      </dsp:nvSpPr>
      <dsp:spPr>
        <a:xfrm>
          <a:off x="0" y="178225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Midrange</a:t>
          </a:r>
          <a:endParaRPr lang="en-US" sz="2200" kern="1200"/>
        </a:p>
      </dsp:txBody>
      <dsp:txXfrm>
        <a:off x="26387" y="1808637"/>
        <a:ext cx="3835754" cy="487766"/>
      </dsp:txXfrm>
    </dsp:sp>
    <dsp:sp modelId="{DCD44EBD-A0C3-4E41-8456-8053B04B2E4F}">
      <dsp:nvSpPr>
        <dsp:cNvPr id="0" name=""/>
        <dsp:cNvSpPr/>
      </dsp:nvSpPr>
      <dsp:spPr>
        <a:xfrm>
          <a:off x="0" y="232279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Total FG% = 38.2%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Outside Paint = 35.5%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Paint Midrange = 40.2%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Goal % = 40%</a:t>
          </a:r>
        </a:p>
      </dsp:txBody>
      <dsp:txXfrm>
        <a:off x="0" y="2322790"/>
        <a:ext cx="3888528" cy="1184040"/>
      </dsp:txXfrm>
    </dsp:sp>
    <dsp:sp modelId="{8125A9EA-4085-484F-BB11-E402B40827BC}">
      <dsp:nvSpPr>
        <dsp:cNvPr id="0" name=""/>
        <dsp:cNvSpPr/>
      </dsp:nvSpPr>
      <dsp:spPr>
        <a:xfrm>
          <a:off x="0" y="350683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3PTs</a:t>
          </a:r>
          <a:endParaRPr lang="en-US" sz="2200" kern="1200" dirty="0"/>
        </a:p>
      </dsp:txBody>
      <dsp:txXfrm>
        <a:off x="26387" y="3533217"/>
        <a:ext cx="3835754" cy="487766"/>
      </dsp:txXfrm>
    </dsp:sp>
    <dsp:sp modelId="{CF9BA4F6-F62E-4ED0-9403-5B81E0060CD8}">
      <dsp:nvSpPr>
        <dsp:cNvPr id="0" name=""/>
        <dsp:cNvSpPr/>
      </dsp:nvSpPr>
      <dsp:spPr>
        <a:xfrm>
          <a:off x="0" y="4047370"/>
          <a:ext cx="3888528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Total FG% = 30.5%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Top Key % = 29.6%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Wing % = 34.6%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Corner % = 27.6%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Goal FG% = 33%</a:t>
          </a:r>
        </a:p>
      </dsp:txBody>
      <dsp:txXfrm>
        <a:off x="0" y="4047370"/>
        <a:ext cx="3888528" cy="1457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0B3A1-DF3B-4F5B-8ACB-A6CD887D60B2}">
      <dsp:nvSpPr>
        <dsp:cNvPr id="0" name=""/>
        <dsp:cNvSpPr/>
      </dsp:nvSpPr>
      <dsp:spPr>
        <a:xfrm>
          <a:off x="0" y="262599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Close to the Basket (Layups)</a:t>
          </a:r>
          <a:endParaRPr lang="en-US" sz="2200" kern="1200"/>
        </a:p>
      </dsp:txBody>
      <dsp:txXfrm>
        <a:off x="26387" y="288986"/>
        <a:ext cx="3835754" cy="487766"/>
      </dsp:txXfrm>
    </dsp:sp>
    <dsp:sp modelId="{E6E75C31-E91A-4596-9D7D-E8220A4190D7}">
      <dsp:nvSpPr>
        <dsp:cNvPr id="0" name=""/>
        <dsp:cNvSpPr/>
      </dsp:nvSpPr>
      <dsp:spPr>
        <a:xfrm>
          <a:off x="0" y="803139"/>
          <a:ext cx="3888528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Shot = 1.23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-4% from Left Side to Right Side (Confirms Game)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803139"/>
        <a:ext cx="3888528" cy="1115730"/>
      </dsp:txXfrm>
    </dsp:sp>
    <dsp:sp modelId="{85A9B63E-B106-47EF-BAAF-CE1F8B037B90}">
      <dsp:nvSpPr>
        <dsp:cNvPr id="0" name=""/>
        <dsp:cNvSpPr/>
      </dsp:nvSpPr>
      <dsp:spPr>
        <a:xfrm>
          <a:off x="0" y="191887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Midrange</a:t>
          </a:r>
          <a:endParaRPr lang="en-US" sz="2200" kern="1200"/>
        </a:p>
      </dsp:txBody>
      <dsp:txXfrm>
        <a:off x="26387" y="1945257"/>
        <a:ext cx="3835754" cy="487766"/>
      </dsp:txXfrm>
    </dsp:sp>
    <dsp:sp modelId="{DCD44EBD-A0C3-4E41-8456-8053B04B2E4F}">
      <dsp:nvSpPr>
        <dsp:cNvPr id="0" name=""/>
        <dsp:cNvSpPr/>
      </dsp:nvSpPr>
      <dsp:spPr>
        <a:xfrm>
          <a:off x="0" y="2459410"/>
          <a:ext cx="3888528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Midrange = 0.76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Wing Midrange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Outside Paint: Better % than Game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2459410"/>
        <a:ext cx="3888528" cy="1184040"/>
      </dsp:txXfrm>
    </dsp:sp>
    <dsp:sp modelId="{8125A9EA-4085-484F-BB11-E402B40827BC}">
      <dsp:nvSpPr>
        <dsp:cNvPr id="0" name=""/>
        <dsp:cNvSpPr/>
      </dsp:nvSpPr>
      <dsp:spPr>
        <a:xfrm>
          <a:off x="0" y="3643450"/>
          <a:ext cx="38885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3PTs</a:t>
          </a:r>
          <a:endParaRPr lang="en-US" sz="2200" kern="1200" dirty="0"/>
        </a:p>
      </dsp:txBody>
      <dsp:txXfrm>
        <a:off x="26387" y="3669837"/>
        <a:ext cx="3835754" cy="487766"/>
      </dsp:txXfrm>
    </dsp:sp>
    <dsp:sp modelId="{CF9BA4F6-F62E-4ED0-9403-5B81E0060CD8}">
      <dsp:nvSpPr>
        <dsp:cNvPr id="0" name=""/>
        <dsp:cNvSpPr/>
      </dsp:nvSpPr>
      <dsp:spPr>
        <a:xfrm>
          <a:off x="0" y="4183990"/>
          <a:ext cx="3888528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61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xPoints</a:t>
          </a:r>
          <a:r>
            <a:rPr lang="en-US" sz="1700" kern="1200" dirty="0"/>
            <a:t> per 3PT = 0.915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Weakness: Right Corner + Top of Key (Confirms from Game Stats)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700" kern="1200" dirty="0"/>
        </a:p>
      </dsp:txBody>
      <dsp:txXfrm>
        <a:off x="0" y="4183990"/>
        <a:ext cx="3888528" cy="11157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55299-315C-4521-A4C2-6586FA81387A}">
      <dsp:nvSpPr>
        <dsp:cNvPr id="0" name=""/>
        <dsp:cNvSpPr/>
      </dsp:nvSpPr>
      <dsp:spPr>
        <a:xfrm>
          <a:off x="0" y="243842"/>
          <a:ext cx="10927829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Practice Faster than Game Speed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Being </a:t>
          </a:r>
          <a:r>
            <a:rPr lang="en-US" sz="1600" u="sng" kern="1200"/>
            <a:t>Uncomfortable in Practice</a:t>
          </a:r>
          <a:r>
            <a:rPr lang="en-US" sz="1600" kern="1200"/>
            <a:t> will help </a:t>
          </a:r>
          <a:r>
            <a:rPr lang="en-US" sz="1600" u="sng" kern="1200"/>
            <a:t>Increase Comfort</a:t>
          </a:r>
          <a:r>
            <a:rPr lang="en-US" sz="1600" kern="1200"/>
            <a:t> in Games</a:t>
          </a:r>
        </a:p>
      </dsp:txBody>
      <dsp:txXfrm>
        <a:off x="0" y="243842"/>
        <a:ext cx="10927829" cy="932400"/>
      </dsp:txXfrm>
    </dsp:sp>
    <dsp:sp modelId="{3DDDA169-C10B-4485-995A-F97F78542790}">
      <dsp:nvSpPr>
        <dsp:cNvPr id="0" name=""/>
        <dsp:cNvSpPr/>
      </dsp:nvSpPr>
      <dsp:spPr>
        <a:xfrm>
          <a:off x="546391" y="768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Decent decrease from Practice % to Game %</a:t>
          </a:r>
        </a:p>
      </dsp:txBody>
      <dsp:txXfrm>
        <a:off x="569448" y="30739"/>
        <a:ext cx="7603366" cy="426206"/>
      </dsp:txXfrm>
    </dsp:sp>
    <dsp:sp modelId="{24C9AC19-504B-4C34-B964-98F8E6275CB0}">
      <dsp:nvSpPr>
        <dsp:cNvPr id="0" name=""/>
        <dsp:cNvSpPr/>
      </dsp:nvSpPr>
      <dsp:spPr>
        <a:xfrm>
          <a:off x="0" y="1498802"/>
          <a:ext cx="10927829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Do </a:t>
          </a:r>
          <a:r>
            <a:rPr lang="en-US" sz="1600" b="1" kern="1200"/>
            <a:t>NOT expect </a:t>
          </a:r>
          <a:r>
            <a:rPr lang="en-US" sz="1600" kern="1200"/>
            <a:t>a foul, finish through contact</a:t>
          </a:r>
        </a:p>
      </dsp:txBody>
      <dsp:txXfrm>
        <a:off x="0" y="1498802"/>
        <a:ext cx="10927829" cy="680400"/>
      </dsp:txXfrm>
    </dsp:sp>
    <dsp:sp modelId="{5C0E50C4-1859-46DA-9D8F-CA25C70F6BC2}">
      <dsp:nvSpPr>
        <dsp:cNvPr id="0" name=""/>
        <dsp:cNvSpPr/>
      </dsp:nvSpPr>
      <dsp:spPr>
        <a:xfrm>
          <a:off x="546391" y="126264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Shots around the rim</a:t>
          </a:r>
        </a:p>
      </dsp:txBody>
      <dsp:txXfrm>
        <a:off x="569448" y="1285699"/>
        <a:ext cx="7603366" cy="426206"/>
      </dsp:txXfrm>
    </dsp:sp>
    <dsp:sp modelId="{43C13D89-E23A-4619-8E0F-1C08825CBBF0}">
      <dsp:nvSpPr>
        <dsp:cNvPr id="0" name=""/>
        <dsp:cNvSpPr/>
      </dsp:nvSpPr>
      <dsp:spPr>
        <a:xfrm>
          <a:off x="0" y="2501762"/>
          <a:ext cx="10927829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Lowest xPoints out of 3 types of shots</a:t>
          </a:r>
        </a:p>
      </dsp:txBody>
      <dsp:txXfrm>
        <a:off x="0" y="2501762"/>
        <a:ext cx="10927829" cy="680400"/>
      </dsp:txXfrm>
    </dsp:sp>
    <dsp:sp modelId="{7A7ED2CE-0E6E-4EED-B08A-651413B12EE2}">
      <dsp:nvSpPr>
        <dsp:cNvPr id="0" name=""/>
        <dsp:cNvSpPr/>
      </dsp:nvSpPr>
      <dsp:spPr>
        <a:xfrm>
          <a:off x="546391" y="226560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 Midrange attempts</a:t>
          </a:r>
        </a:p>
      </dsp:txBody>
      <dsp:txXfrm>
        <a:off x="569448" y="2288659"/>
        <a:ext cx="7603366" cy="426206"/>
      </dsp:txXfrm>
    </dsp:sp>
    <dsp:sp modelId="{10B1AA3A-E249-4C83-9FF2-31A1E487FAB4}">
      <dsp:nvSpPr>
        <dsp:cNvPr id="0" name=""/>
        <dsp:cNvSpPr/>
      </dsp:nvSpPr>
      <dsp:spPr>
        <a:xfrm>
          <a:off x="0" y="3504722"/>
          <a:ext cx="10927829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Ready Stance to Shoot will decrease Contest % from opponents</a:t>
          </a:r>
        </a:p>
      </dsp:txBody>
      <dsp:txXfrm>
        <a:off x="0" y="3504722"/>
        <a:ext cx="10927829" cy="680400"/>
      </dsp:txXfrm>
    </dsp:sp>
    <dsp:sp modelId="{F8CF30AC-5D26-42AD-9A3A-C351AD937BD8}">
      <dsp:nvSpPr>
        <dsp:cNvPr id="0" name=""/>
        <dsp:cNvSpPr/>
      </dsp:nvSpPr>
      <dsp:spPr>
        <a:xfrm>
          <a:off x="546391" y="326856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3PT Attempts</a:t>
          </a:r>
        </a:p>
      </dsp:txBody>
      <dsp:txXfrm>
        <a:off x="569448" y="3291619"/>
        <a:ext cx="760336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F4B5-E97F-C06F-C57B-8B2F0315C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7028C-A394-FE99-5070-18EC6B58B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43DD4-2633-ADA9-AD9D-94440547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6E37B-9BAA-70E0-6034-A772E88B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9EFA-0A02-7A38-F3DF-21EA5050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0DD0-27E0-DDBD-722E-31DB85CF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19BEF-111C-6C78-71AA-F0A54CE02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5B8F-5F51-55AD-ABA1-C0A584F9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1FC1-C46B-4440-E405-F6D68302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7EDD2-5533-2222-CDC6-F5791044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5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0249-6BC5-DC0D-F2FB-0D1B2B15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F7880-C1C8-87BB-169D-C34657915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5E7E-7D91-D596-E383-DB7E588C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D51AE-F1A2-4FCA-579F-2C38F0A9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FED14-1A12-F430-D562-57C68E1F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8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1BC3-08CA-75F3-1A06-9962954B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A4C73-8450-665B-F53B-9CB58D2BB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B071A-D87B-1148-4CAF-86A8D6678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4C195-C059-C9A0-D173-BBE66E42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9B404-9089-A8C5-4DE9-A3EF7087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3C9FF-69A0-FC81-4578-2E5AB9C2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49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FE34-2DCE-4770-A9B6-254BBE5C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277B-C36F-1E11-5816-34F60244A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396FE-0E43-D291-D6D4-E3F180A8D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91129-53E1-CD8A-0251-C7197E6E3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004E3-93C4-7DB5-22FE-21CAA85E5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0C5E17-2666-7525-47B0-8436EBAA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5AA3D-BBB6-FFEB-6553-71C9423E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3F775-D3CA-0B95-1643-8E41E546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6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43F5-DCDC-B42E-7779-1CD1086B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A2869-355F-166B-7376-DE124EDB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F3906-3BDA-FAD8-9F25-4A704F76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9BCE8-BB44-BC4C-D491-C6C1B127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0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A8111-6065-EC34-E75A-F20A4EE3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E5A9E-41E5-558E-104C-3A10E4C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64024-747F-B5CC-18DD-1047D1D5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2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81E4-9295-9DEC-81F1-3365CC17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3C81A-541A-215F-AA57-52C6E856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103D7-4F9C-B67E-990D-0ACE84F6E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C0E89-76D0-0EA8-A42C-93629FF9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2168D-1152-EFE0-BD2B-66FEE82E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0C23F-3C73-54F4-003B-B63337CE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7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DF55-4A6C-BA46-24B2-42BC1F4B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A587C-7F96-FFB3-B59E-FE80F3676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6F454-0A5F-5B22-0E09-8B6B65E15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CC159-4662-9EB9-E73E-EA9BE487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8B4D7-94AB-5888-DB2E-3F3ADE33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B9A90-1687-497E-A8CD-DDE3C50F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1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33DD-CEB8-587F-F766-FD974F932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A7A30-8240-41C6-3C14-3038B57C6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E061F-6C31-BB27-A4A2-4D676D47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45E5F-E6FD-3C1B-BFEE-B04EF5BA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FC360-8D55-65D0-5472-6034F61A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2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9F562-1EDE-46FF-3965-22CCCD357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38D6F-D546-16A5-5383-94663A563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49AD-CD10-B9C5-1B72-50808410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14968-CF49-6574-6188-6AC1A2FB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585A1-C59E-A65D-A05B-8ECAFB4D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3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5A8652-6D5E-D4D2-DAAF-CE588B18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3184D-A3B3-23F1-B8DF-711268F3E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DCBF-B85F-F4E6-B17F-53E581850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627E5-A2B7-46E2-9ED9-D6965D2A0CE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9A4D6-C22E-4CBE-FB0F-9083F367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E58FB-A946-F7C7-4FDA-AFFE1729A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391B5-B3F1-455C-B3D6-4FE4CE14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2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6C28-4F08-AC54-6AF2-7D4988D74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Jackson Prep Mid Season Analytics Report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3C95E-89E0-4990-1E01-B83E87697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Director of Basketball Analytics – Andrew Purvis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9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BC534-401E-7EEC-B20C-149A828F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Report Overview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2D1159-7E07-C79F-A259-8BEB5EB40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25750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284655" y="2150153"/>
          <a:ext cx="9646631" cy="411766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435673">
                  <a:extLst>
                    <a:ext uri="{9D8B030D-6E8A-4147-A177-3AD203B41FA5}">
                      <a16:colId xmlns:a16="http://schemas.microsoft.com/office/drawing/2014/main" val="1756828221"/>
                    </a:ext>
                  </a:extLst>
                </a:gridCol>
                <a:gridCol w="8210958">
                  <a:extLst>
                    <a:ext uri="{9D8B030D-6E8A-4147-A177-3AD203B41FA5}">
                      <a16:colId xmlns:a16="http://schemas.microsoft.com/office/drawing/2014/main" val="665095641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Overview of Team Stats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03423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Weekly Breakdown of Shooting % and AST, TOs, and REBs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430907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Stats for Wins and Losses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2527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Player Specific Breakdowns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71351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Additional Recommendations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48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17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8B83-0B0F-BF71-C3D1-C2F84E90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474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Game Stats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33368703-EE16-43B3-FE3B-95344CD2D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237456"/>
              </p:ext>
            </p:extLst>
          </p:nvPr>
        </p:nvGraphicFramePr>
        <p:xfrm>
          <a:off x="838197" y="1272206"/>
          <a:ext cx="3888528" cy="556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45402E-DCD2-3F8E-2EAF-EF6BD42773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1" b="1408"/>
          <a:stretch>
            <a:fillRect/>
          </a:stretch>
        </p:blipFill>
        <p:spPr>
          <a:xfrm>
            <a:off x="6229217" y="263656"/>
            <a:ext cx="5281403" cy="63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8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09D35-1BA2-1D94-38FC-87F562A0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44566D39-4DC6-39DE-5B7E-306814A3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861EDA5-3716-CBC1-4DA2-5C94F9817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FF721-1F1F-AB29-79E6-430D1646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162560"/>
            <a:ext cx="4282443" cy="1800526"/>
          </a:xfrm>
        </p:spPr>
        <p:txBody>
          <a:bodyPr>
            <a:normAutofit/>
          </a:bodyPr>
          <a:lstStyle/>
          <a:p>
            <a:r>
              <a:rPr lang="en-US" sz="4000" dirty="0"/>
              <a:t>Game Stats </a:t>
            </a:r>
            <a:br>
              <a:rPr lang="en-US" sz="4000" dirty="0"/>
            </a:br>
            <a:r>
              <a:rPr lang="en-US" sz="4000" dirty="0"/>
              <a:t>Takeaways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B65FA685-FAC2-1F50-9566-2A2429F30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168285"/>
              </p:ext>
            </p:extLst>
          </p:nvPr>
        </p:nvGraphicFramePr>
        <p:xfrm>
          <a:off x="838197" y="1272206"/>
          <a:ext cx="3888528" cy="556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0F565B5-42DD-88EF-081B-8659061B9A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1" b="1408"/>
          <a:stretch>
            <a:fillRect/>
          </a:stretch>
        </p:blipFill>
        <p:spPr>
          <a:xfrm>
            <a:off x="6229217" y="263656"/>
            <a:ext cx="5281403" cy="63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62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ABD49-BD8C-28FA-DF0E-43284AFA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5FDB2632-151F-6C95-704E-24D39FCD4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DDFE4BB-246B-C718-68B9-809F3F108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AA251-E560-CF86-B749-859A710A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474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Practice Stats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3237FEFE-3305-D8A8-8A9C-DB185904E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463041"/>
              </p:ext>
            </p:extLst>
          </p:nvPr>
        </p:nvGraphicFramePr>
        <p:xfrm>
          <a:off x="838197" y="1272206"/>
          <a:ext cx="3888528" cy="556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319F969-4D3A-D0CE-AB9B-F103D14603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771" y="0"/>
            <a:ext cx="5681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A9863-E0E8-9478-CF0C-7B6F5D7B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A997F40C-484C-FA09-5735-636C3D082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6BB24BE-A27B-CBF5-4317-C85CD5FD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95DEA-F9A8-3E2C-9B1F-964367C7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162560"/>
            <a:ext cx="4282443" cy="1800526"/>
          </a:xfrm>
        </p:spPr>
        <p:txBody>
          <a:bodyPr>
            <a:normAutofit/>
          </a:bodyPr>
          <a:lstStyle/>
          <a:p>
            <a:r>
              <a:rPr lang="en-US" sz="4000" dirty="0"/>
              <a:t>Practice Stats </a:t>
            </a:r>
            <a:br>
              <a:rPr lang="en-US" sz="4000" dirty="0"/>
            </a:br>
            <a:r>
              <a:rPr lang="en-US" sz="4000" dirty="0"/>
              <a:t>Takeaways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85FA0680-7B42-6841-6DAF-AD478ED860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891951"/>
              </p:ext>
            </p:extLst>
          </p:nvPr>
        </p:nvGraphicFramePr>
        <p:xfrm>
          <a:off x="838197" y="1272206"/>
          <a:ext cx="3888528" cy="556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CDA05B9-1FA0-B12A-F750-9191034ED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793" y="0"/>
            <a:ext cx="5681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7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F5796-79D6-7053-C3A1-A4EFA1F3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BC409-E331-8C13-2CBB-2B2F1315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Overall Takeaways – Shooting %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7C91F26-E674-4A54-1D58-696B6B817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58005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97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A8F0A-0101-F119-C38A-E3CCC396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19B7C-E58C-5129-BBA3-EEFD5D66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Weekly Breakdown –  Team Shots near Rim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A52E4DA-635B-48C2-8EE1-3311AFFE4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3599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370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4AF80-AD78-7466-230B-7A3E1C2C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4D850-222B-0513-78EF-F9151CD9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Weekly Breakdown –  Team Midrange %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28EF68-8B29-4661-847E-633876797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6313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1833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294A2-CC3A-F077-9FBC-24B1B212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BAD0F-0A37-E243-E0D4-031DA16C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Weekly Breakdown –  Team 3PT Attempts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46C37C-3DBC-3588-FBBA-D55109CEB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9570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58634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63C8C-A834-BF5B-B0CE-89F09FFC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102FC26-D274-A219-2C2A-2409C8643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88867-FF86-52AA-AFFB-E3B679428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5E7E1C-769A-8569-5BE1-8D62499F8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D91124-78D4-F555-5F79-A4B43736D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65AA7-4D0F-955E-7E9B-4D4A3566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Weekly Breakdown –  Team Ast/TO Ratio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108332-5817-AFE2-8658-E99D4957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53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DA1A32"/>
      </a:dk1>
      <a:lt1>
        <a:srgbClr val="FFFFFF"/>
      </a:lt1>
      <a:dk2>
        <a:srgbClr val="0033A0"/>
      </a:dk2>
      <a:lt2>
        <a:srgbClr val="E8E8E8"/>
      </a:lt2>
      <a:accent1>
        <a:srgbClr val="DA1A32"/>
      </a:accent1>
      <a:accent2>
        <a:srgbClr val="C2D3EB"/>
      </a:accent2>
      <a:accent3>
        <a:srgbClr val="E8E8E8"/>
      </a:accent3>
      <a:accent4>
        <a:srgbClr val="98B7DD"/>
      </a:accent4>
      <a:accent5>
        <a:srgbClr val="AF8520"/>
      </a:accent5>
      <a:accent6>
        <a:srgbClr val="00205C"/>
      </a:accent6>
      <a:hlink>
        <a:srgbClr val="98B7DD"/>
      </a:hlink>
      <a:folHlink>
        <a:srgbClr val="AF852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4310</TotalTime>
  <Words>440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Jackson Prep Mid Season Analytics Report</vt:lpstr>
      <vt:lpstr>Report Overview</vt:lpstr>
      <vt:lpstr>Game Stats</vt:lpstr>
      <vt:lpstr>Game Stats  Takeaways</vt:lpstr>
      <vt:lpstr>Practice Stats</vt:lpstr>
      <vt:lpstr>Practice Stats  Takeaways</vt:lpstr>
      <vt:lpstr>Overall Takeaways – Shooting %</vt:lpstr>
      <vt:lpstr>Weekly Breakdown –  Team Shots near Rim</vt:lpstr>
      <vt:lpstr>Weekly Breakdown –  Team Midrange %</vt:lpstr>
      <vt:lpstr>Weekly Breakdown –  Team 3PT Attempts</vt:lpstr>
      <vt:lpstr>Weekly Breakdown –  Team Ast/TO Ratio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Purvis</dc:creator>
  <cp:lastModifiedBy>Andrew Purvis</cp:lastModifiedBy>
  <cp:revision>4</cp:revision>
  <dcterms:created xsi:type="dcterms:W3CDTF">2025-12-12T21:14:04Z</dcterms:created>
  <dcterms:modified xsi:type="dcterms:W3CDTF">2026-01-01T01:50:19Z</dcterms:modified>
</cp:coreProperties>
</file>